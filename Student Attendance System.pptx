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3.xml.rels" ContentType="application/vnd.openxmlformats-package.relationships+xml"/>
  <Override PartName="/ppt/slideMasters/_rels/slideMaster22.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30.xml.rels" ContentType="application/vnd.openxmlformats-package.relationships+xml"/>
  <Override PartName="/ppt/slideMasters/_rels/slideMaster28.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26.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9.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0.xml" ContentType="application/vnd.openxmlformats-officedocument.presentationml.slideMaster+xml"/>
  <Override PartName="/ppt/slideMasters/slideMaster29.xml" ContentType="application/vnd.openxmlformats-officedocument.presentationml.slideMaster+xml"/>
  <Override PartName="/ppt/slideMasters/slideMaster3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slideLayouts/slideLayout22.xml" ContentType="application/vnd.openxmlformats-officedocument.presentationml.slideLayout+xml"/>
  <Override PartName="/ppt/slideLayouts/_rels/slideLayout20.xml.rels" ContentType="application/vnd.openxmlformats-package.relationships+xml"/>
  <Override PartName="/ppt/slideLayouts/_rels/slideLayout18.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30.xml.rels" ContentType="application/vnd.openxmlformats-package.relationships+xml"/>
  <Override PartName="/ppt/slideLayouts/_rels/slideLayout28.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3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 Target="slides/slide1.xml"/><Relationship Id="rId34" Type="http://schemas.openxmlformats.org/officeDocument/2006/relationships/slide" Target="slides/slide2.xml"/><Relationship Id="rId35" Type="http://schemas.openxmlformats.org/officeDocument/2006/relationships/slide" Target="slides/slide3.xml"/><Relationship Id="rId36" Type="http://schemas.openxmlformats.org/officeDocument/2006/relationships/slide" Target="slides/slide4.xml"/><Relationship Id="rId37" Type="http://schemas.openxmlformats.org/officeDocument/2006/relationships/slide" Target="slides/slide5.xml"/><Relationship Id="rId38" Type="http://schemas.openxmlformats.org/officeDocument/2006/relationships/slide" Target="slides/slide6.xml"/><Relationship Id="rId39" Type="http://schemas.openxmlformats.org/officeDocument/2006/relationships/slide" Target="slides/slide7.xml"/><Relationship Id="rId40" Type="http://schemas.openxmlformats.org/officeDocument/2006/relationships/slide" Target="slides/slide8.xml"/><Relationship Id="rId41" Type="http://schemas.openxmlformats.org/officeDocument/2006/relationships/slide" Target="slides/slide9.xml"/><Relationship Id="rId42" Type="http://schemas.openxmlformats.org/officeDocument/2006/relationships/slide" Target="slides/slide10.xml"/><Relationship Id="rId43" Type="http://schemas.openxmlformats.org/officeDocument/2006/relationships/slide" Target="slides/slide11.xml"/><Relationship Id="rId44" Type="http://schemas.openxmlformats.org/officeDocument/2006/relationships/slide" Target="slides/slide12.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539280"/>
            <a:ext cx="2999520" cy="8726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3" name="PlaceHolder 2"/>
          <p:cNvSpPr>
            <a:spLocks noGrp="1"/>
          </p:cNvSpPr>
          <p:nvPr>
            <p:ph type="subTitle"/>
          </p:nvPr>
        </p:nvSpPr>
        <p:spPr>
          <a:xfrm>
            <a:off x="4572000" y="539280"/>
            <a:ext cx="4571640" cy="40644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3">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3">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_1">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2_1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_1">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_1_1">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2">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82" name="PlaceHolder 1"/>
          <p:cNvSpPr>
            <a:spLocks noGrp="1"/>
          </p:cNvSpPr>
          <p:nvPr>
            <p:ph type="title"/>
          </p:nvPr>
        </p:nvSpPr>
        <p:spPr>
          <a:xfrm>
            <a:off x="713160" y="539280"/>
            <a:ext cx="2999520" cy="8726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83" name="PlaceHolder 2"/>
          <p:cNvSpPr>
            <a:spLocks noGrp="1"/>
          </p:cNvSpPr>
          <p:nvPr>
            <p:ph/>
          </p:nvPr>
        </p:nvSpPr>
        <p:spPr>
          <a:xfrm>
            <a:off x="4572000" y="539280"/>
            <a:ext cx="4571640" cy="406440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86" name="PlaceHolder 1"/>
          <p:cNvSpPr>
            <a:spLocks noGrp="1"/>
          </p:cNvSpPr>
          <p:nvPr>
            <p:ph type="title"/>
          </p:nvPr>
        </p:nvSpPr>
        <p:spPr>
          <a:xfrm>
            <a:off x="713160" y="539280"/>
            <a:ext cx="2999520" cy="8726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87" name="PlaceHolder 2"/>
          <p:cNvSpPr>
            <a:spLocks noGrp="1"/>
          </p:cNvSpPr>
          <p:nvPr>
            <p:ph/>
          </p:nvPr>
        </p:nvSpPr>
        <p:spPr>
          <a:xfrm>
            <a:off x="4572000" y="539280"/>
            <a:ext cx="2230920" cy="406440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88" name="PlaceHolder 3"/>
          <p:cNvSpPr>
            <a:spLocks noGrp="1"/>
          </p:cNvSpPr>
          <p:nvPr>
            <p:ph/>
          </p:nvPr>
        </p:nvSpPr>
        <p:spPr>
          <a:xfrm>
            <a:off x="6914880" y="539280"/>
            <a:ext cx="2230920" cy="406440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93" name="PlaceHolder 1"/>
          <p:cNvSpPr>
            <a:spLocks noGrp="1"/>
          </p:cNvSpPr>
          <p:nvPr>
            <p:ph type="title"/>
          </p:nvPr>
        </p:nvSpPr>
        <p:spPr>
          <a:xfrm>
            <a:off x="713160" y="539280"/>
            <a:ext cx="2999520" cy="8726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13160" y="2077200"/>
            <a:ext cx="3905640" cy="1807560"/>
          </a:xfrm>
          <a:prstGeom prst="rect">
            <a:avLst/>
          </a:prstGeom>
          <a:noFill/>
          <a:ln w="0">
            <a:noFill/>
          </a:ln>
        </p:spPr>
        <p:txBody>
          <a:bodyPr lIns="91440" rIns="91440" tIns="91440" bIns="91440" anchor="b">
            <a:noAutofit/>
          </a:bodyPr>
          <a:p>
            <a:pPr indent="0">
              <a:buNone/>
            </a:pPr>
            <a:r>
              <a:rPr b="0" lang="fr-FR" sz="3800" spc="-1" strike="noStrike">
                <a:solidFill>
                  <a:schemeClr val="dk1"/>
                </a:solidFill>
                <a:latin typeface="Arial"/>
              </a:rPr>
              <a:t>Click to edit the title text format</a:t>
            </a:r>
            <a:endParaRPr b="0" lang="fr-FR" sz="3800" spc="-1" strike="noStrike">
              <a:solidFill>
                <a:schemeClr val="dk1"/>
              </a:solidFill>
              <a:latin typeface="Arial"/>
            </a:endParaRPr>
          </a:p>
        </p:txBody>
      </p:sp>
      <p:sp>
        <p:nvSpPr>
          <p:cNvPr id="1" name="PlaceHolder 2"/>
          <p:cNvSpPr>
            <a:spLocks noGrp="1"/>
          </p:cNvSpPr>
          <p:nvPr>
            <p:ph type="body"/>
          </p:nvPr>
        </p:nvSpPr>
        <p:spPr>
          <a:xfrm>
            <a:off x="5438880" y="539280"/>
            <a:ext cx="3705120" cy="40759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92040" y="3143520"/>
            <a:ext cx="4338720" cy="965160"/>
          </a:xfrm>
          <a:prstGeom prst="rect">
            <a:avLst/>
          </a:prstGeom>
          <a:noFill/>
          <a:ln w="0">
            <a:noFill/>
          </a:ln>
        </p:spPr>
        <p:txBody>
          <a:bodyPr lIns="91440" rIns="91440" tIns="91440" bIns="91440" anchor="ctr">
            <a:noAutofit/>
          </a:bodyPr>
          <a:p>
            <a:pPr indent="0">
              <a:lnSpc>
                <a:spcPct val="100000"/>
              </a:lnSpc>
              <a:buNone/>
            </a:pPr>
            <a:r>
              <a:rPr b="0" lang="fr-FR" sz="6000" spc="-1" strike="noStrike">
                <a:solidFill>
                  <a:schemeClr val="lt1"/>
                </a:solidFill>
                <a:latin typeface="EB Garamond"/>
                <a:ea typeface="EB Garamond"/>
              </a:rPr>
              <a:t>xx%</a:t>
            </a:r>
            <a:endParaRPr b="0" lang="fr-FR" sz="6000" spc="-1" strike="noStrike">
              <a:solidFill>
                <a:schemeClr val="dk1"/>
              </a:solidFill>
              <a:latin typeface="Arial"/>
            </a:endParaRPr>
          </a:p>
        </p:txBody>
      </p:sp>
      <p:sp>
        <p:nvSpPr>
          <p:cNvPr id="5" name="PlaceHolder 2"/>
          <p:cNvSpPr>
            <a:spLocks noGrp="1"/>
          </p:cNvSpPr>
          <p:nvPr>
            <p:ph type="body"/>
          </p:nvPr>
        </p:nvSpPr>
        <p:spPr>
          <a:xfrm>
            <a:off x="1292040" y="0"/>
            <a:ext cx="6559560" cy="29268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cxnSp>
        <p:nvCxnSpPr>
          <p:cNvPr id="6" name="Google Shape;59;p11"/>
          <p:cNvCxnSpPr/>
          <p:nvPr/>
        </p:nvCxnSpPr>
        <p:spPr>
          <a:xfrm flipH="1">
            <a:off x="8556840" y="1031760"/>
            <a:ext cx="726120" cy="4868640"/>
          </a:xfrm>
          <a:prstGeom prst="straightConnector1">
            <a:avLst/>
          </a:prstGeom>
          <a:ln w="9525">
            <a:solidFill>
              <a:srgbClr val="f0ebe1"/>
            </a:solidFill>
            <a:round/>
          </a:ln>
        </p:spPr>
      </p:cxn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sp>
        <p:nvSpPr>
          <p:cNvPr id="8" name="PlaceHolder 2"/>
          <p:cNvSpPr>
            <a:spLocks noGrp="1"/>
          </p:cNvSpPr>
          <p:nvPr>
            <p:ph type="title"/>
          </p:nvPr>
        </p:nvSpPr>
        <p:spPr>
          <a:xfrm>
            <a:off x="713160" y="1839960"/>
            <a:ext cx="906120" cy="821880"/>
          </a:xfrm>
          <a:prstGeom prst="rect">
            <a:avLst/>
          </a:prstGeom>
          <a:noFill/>
          <a:ln w="0">
            <a:noFill/>
          </a:ln>
        </p:spPr>
        <p:txBody>
          <a:bodyPr lIns="91440" rIns="91440" tIns="91440" bIns="91440" anchor="ctr">
            <a:noAutofit/>
          </a:bodyPr>
          <a:p>
            <a:pPr indent="0" algn="ctr">
              <a:lnSpc>
                <a:spcPct val="100000"/>
              </a:lnSpc>
              <a:buNone/>
            </a:pPr>
            <a:r>
              <a:rPr b="0" lang="fr-FR" sz="2400" spc="-1" strike="noStrike">
                <a:solidFill>
                  <a:schemeClr val="lt2"/>
                </a:solidFill>
                <a:latin typeface="EB Garamond"/>
                <a:ea typeface="EB Garamond"/>
              </a:rPr>
              <a:t>xx%</a:t>
            </a:r>
            <a:endParaRPr b="0" lang="fr-FR" sz="2400" spc="-1" strike="noStrike">
              <a:solidFill>
                <a:schemeClr val="dk1"/>
              </a:solidFill>
              <a:latin typeface="Arial"/>
            </a:endParaRPr>
          </a:p>
        </p:txBody>
      </p:sp>
      <p:sp>
        <p:nvSpPr>
          <p:cNvPr id="9" name="PlaceHolder 3"/>
          <p:cNvSpPr>
            <a:spLocks noGrp="1"/>
          </p:cNvSpPr>
          <p:nvPr>
            <p:ph type="title"/>
          </p:nvPr>
        </p:nvSpPr>
        <p:spPr>
          <a:xfrm>
            <a:off x="713160" y="3354480"/>
            <a:ext cx="906120" cy="821880"/>
          </a:xfrm>
          <a:prstGeom prst="rect">
            <a:avLst/>
          </a:prstGeom>
          <a:noFill/>
          <a:ln w="0">
            <a:noFill/>
          </a:ln>
        </p:spPr>
        <p:txBody>
          <a:bodyPr lIns="91440" rIns="91440" tIns="91440" bIns="91440" anchor="ctr">
            <a:noAutofit/>
          </a:bodyPr>
          <a:p>
            <a:pPr indent="0" algn="ctr">
              <a:lnSpc>
                <a:spcPct val="100000"/>
              </a:lnSpc>
              <a:buNone/>
            </a:pPr>
            <a:r>
              <a:rPr b="0" lang="fr-FR" sz="2400" spc="-1" strike="noStrike">
                <a:solidFill>
                  <a:schemeClr val="lt2"/>
                </a:solidFill>
                <a:latin typeface="EB Garamond"/>
                <a:ea typeface="EB Garamond"/>
              </a:rPr>
              <a:t>xx%</a:t>
            </a:r>
            <a:endParaRPr b="0" lang="fr-FR" sz="2400" spc="-1" strike="noStrike">
              <a:solidFill>
                <a:schemeClr val="dk1"/>
              </a:solidFill>
              <a:latin typeface="Arial"/>
            </a:endParaRPr>
          </a:p>
        </p:txBody>
      </p:sp>
      <p:sp>
        <p:nvSpPr>
          <p:cNvPr id="10" name="PlaceHolder 4"/>
          <p:cNvSpPr>
            <a:spLocks noGrp="1"/>
          </p:cNvSpPr>
          <p:nvPr>
            <p:ph type="title"/>
          </p:nvPr>
        </p:nvSpPr>
        <p:spPr>
          <a:xfrm>
            <a:off x="4782240" y="1839960"/>
            <a:ext cx="906120" cy="821880"/>
          </a:xfrm>
          <a:prstGeom prst="rect">
            <a:avLst/>
          </a:prstGeom>
          <a:noFill/>
          <a:ln w="0">
            <a:noFill/>
          </a:ln>
        </p:spPr>
        <p:txBody>
          <a:bodyPr lIns="91440" rIns="91440" tIns="91440" bIns="91440" anchor="ctr">
            <a:noAutofit/>
          </a:bodyPr>
          <a:p>
            <a:pPr indent="0" algn="ctr">
              <a:lnSpc>
                <a:spcPct val="100000"/>
              </a:lnSpc>
              <a:buNone/>
            </a:pPr>
            <a:r>
              <a:rPr b="0" lang="fr-FR" sz="2400" spc="-1" strike="noStrike">
                <a:solidFill>
                  <a:schemeClr val="lt2"/>
                </a:solidFill>
                <a:latin typeface="EB Garamond"/>
                <a:ea typeface="EB Garamond"/>
              </a:rPr>
              <a:t>xx%</a:t>
            </a:r>
            <a:endParaRPr b="0" lang="fr-FR" sz="2400" spc="-1" strike="noStrike">
              <a:solidFill>
                <a:schemeClr val="dk1"/>
              </a:solidFill>
              <a:latin typeface="Arial"/>
            </a:endParaRPr>
          </a:p>
        </p:txBody>
      </p:sp>
      <p:sp>
        <p:nvSpPr>
          <p:cNvPr id="11" name="PlaceHolder 5"/>
          <p:cNvSpPr>
            <a:spLocks noGrp="1"/>
          </p:cNvSpPr>
          <p:nvPr>
            <p:ph type="title"/>
          </p:nvPr>
        </p:nvSpPr>
        <p:spPr>
          <a:xfrm>
            <a:off x="4782240" y="3354480"/>
            <a:ext cx="906120" cy="821880"/>
          </a:xfrm>
          <a:prstGeom prst="rect">
            <a:avLst/>
          </a:prstGeom>
          <a:noFill/>
          <a:ln w="0">
            <a:noFill/>
          </a:ln>
        </p:spPr>
        <p:txBody>
          <a:bodyPr lIns="91440" rIns="91440" tIns="91440" bIns="91440" anchor="ctr">
            <a:noAutofit/>
          </a:bodyPr>
          <a:p>
            <a:pPr indent="0" algn="ctr">
              <a:lnSpc>
                <a:spcPct val="100000"/>
              </a:lnSpc>
              <a:buNone/>
            </a:pPr>
            <a:r>
              <a:rPr b="0" lang="fr-FR" sz="2400" spc="-1" strike="noStrike">
                <a:solidFill>
                  <a:schemeClr val="lt2"/>
                </a:solidFill>
                <a:latin typeface="EB Garamond"/>
                <a:ea typeface="EB Garamond"/>
              </a:rPr>
              <a:t>xx%</a:t>
            </a:r>
            <a:endParaRPr b="0" lang="fr-FR" sz="2400" spc="-1" strike="noStrike">
              <a:solidFill>
                <a:schemeClr val="dk1"/>
              </a:solidFill>
              <a:latin typeface="Arial"/>
            </a:endParaRPr>
          </a:p>
        </p:txBody>
      </p:sp>
      <p:cxnSp>
        <p:nvCxnSpPr>
          <p:cNvPr id="12" name="Google Shape;75;p13"/>
          <p:cNvCxnSpPr/>
          <p:nvPr/>
        </p:nvCxnSpPr>
        <p:spPr>
          <a:xfrm flipH="1">
            <a:off x="8219160" y="2570400"/>
            <a:ext cx="619560" cy="4067280"/>
          </a:xfrm>
          <a:prstGeom prst="straightConnector1">
            <a:avLst/>
          </a:prstGeom>
          <a:ln w="9525">
            <a:solidFill>
              <a:srgbClr val="294e4e"/>
            </a:solidFill>
            <a:round/>
          </a:ln>
        </p:spPr>
      </p:cxn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4144680" y="2211840"/>
            <a:ext cx="4286160" cy="531720"/>
          </a:xfrm>
          <a:prstGeom prst="rect">
            <a:avLst/>
          </a:prstGeom>
          <a:noFill/>
          <a:ln w="0">
            <a:noFill/>
          </a:ln>
        </p:spPr>
        <p:txBody>
          <a:bodyPr lIns="91440" rIns="91440" tIns="91440" bIns="91440" anchor="t">
            <a:noAutofit/>
          </a:bodyPr>
          <a:p>
            <a:pPr indent="0">
              <a:buNone/>
            </a:pPr>
            <a:r>
              <a:rPr b="0" lang="fr-FR" sz="2000" spc="-1" strike="noStrike">
                <a:solidFill>
                  <a:schemeClr val="dk1"/>
                </a:solidFill>
                <a:latin typeface="Arial"/>
              </a:rPr>
              <a:t>Click to edit the title text format</a:t>
            </a:r>
            <a:endParaRPr b="0" lang="fr-FR" sz="2000" spc="-1" strike="noStrike">
              <a:solidFill>
                <a:schemeClr val="dk1"/>
              </a:solidFill>
              <a:latin typeface="Arial"/>
            </a:endParaRPr>
          </a:p>
        </p:txBody>
      </p:sp>
      <p:sp>
        <p:nvSpPr>
          <p:cNvPr id="14" name="PlaceHolder 2"/>
          <p:cNvSpPr>
            <a:spLocks noGrp="1"/>
          </p:cNvSpPr>
          <p:nvPr>
            <p:ph type="body"/>
          </p:nvPr>
        </p:nvSpPr>
        <p:spPr>
          <a:xfrm>
            <a:off x="0" y="539280"/>
            <a:ext cx="3544560" cy="406476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0" y="2168640"/>
            <a:ext cx="3851640" cy="1203480"/>
          </a:xfrm>
          <a:prstGeom prst="rect">
            <a:avLst/>
          </a:prstGeom>
          <a:noFill/>
          <a:ln w="0">
            <a:noFill/>
          </a:ln>
        </p:spPr>
        <p:txBody>
          <a:bodyPr lIns="91440" rIns="91440" tIns="91440" bIns="91440" anchor="b">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sp>
        <p:nvSpPr>
          <p:cNvPr id="16" name="PlaceHolder 2"/>
          <p:cNvSpPr>
            <a:spLocks noGrp="1"/>
          </p:cNvSpPr>
          <p:nvPr>
            <p:ph type="body"/>
          </p:nvPr>
        </p:nvSpPr>
        <p:spPr>
          <a:xfrm>
            <a:off x="0" y="0"/>
            <a:ext cx="413172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body"/>
          </p:nvPr>
        </p:nvSpPr>
        <p:spPr>
          <a:xfrm>
            <a:off x="720000" y="2138760"/>
            <a:ext cx="7461000" cy="22928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18" name="PlaceHolder 2"/>
          <p:cNvSpPr>
            <a:spLocks noGrp="1"/>
          </p:cNvSpPr>
          <p:nvPr>
            <p:ph type="title"/>
          </p:nvPr>
        </p:nvSpPr>
        <p:spPr>
          <a:xfrm>
            <a:off x="720000" y="774000"/>
            <a:ext cx="7461000" cy="113580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cxnSp>
        <p:nvCxnSpPr>
          <p:cNvPr id="19" name="Google Shape;87;p16"/>
          <p:cNvCxnSpPr/>
          <p:nvPr/>
        </p:nvCxnSpPr>
        <p:spPr>
          <a:xfrm flipH="1">
            <a:off x="5344200" y="259920"/>
            <a:ext cx="3800160" cy="360"/>
          </a:xfrm>
          <a:prstGeom prst="straightConnector1">
            <a:avLst/>
          </a:prstGeom>
          <a:ln w="9525">
            <a:solidFill>
              <a:srgbClr val="294e4e"/>
            </a:solidFill>
            <a:round/>
          </a:ln>
        </p:spPr>
      </p:cxnSp>
      <p:cxnSp>
        <p:nvCxnSpPr>
          <p:cNvPr id="20" name="Google Shape;88;p16"/>
          <p:cNvCxnSpPr/>
          <p:nvPr/>
        </p:nvCxnSpPr>
        <p:spPr>
          <a:xfrm flipV="1">
            <a:off x="-475200" y="-1540080"/>
            <a:ext cx="1256040" cy="4686840"/>
          </a:xfrm>
          <a:prstGeom prst="straightConnector1">
            <a:avLst/>
          </a:prstGeom>
          <a:ln w="9525">
            <a:solidFill>
              <a:srgbClr val="294e4e"/>
            </a:solidFill>
            <a:round/>
          </a:ln>
        </p:spPr>
      </p:cxnSp>
      <p:cxnSp>
        <p:nvCxnSpPr>
          <p:cNvPr id="21" name="Google Shape;89;p16"/>
          <p:cNvCxnSpPr/>
          <p:nvPr/>
        </p:nvCxnSpPr>
        <p:spPr>
          <a:xfrm flipV="1">
            <a:off x="7965360" y="2616480"/>
            <a:ext cx="1256040" cy="4687560"/>
          </a:xfrm>
          <a:prstGeom prst="straightConnector1">
            <a:avLst/>
          </a:prstGeom>
          <a:ln w="9525">
            <a:solidFill>
              <a:srgbClr val="294e4e"/>
            </a:solidFill>
            <a:round/>
          </a:ln>
        </p:spPr>
      </p:cxn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23" name="Google Shape;96;p17"/>
          <p:cNvGrpSpPr/>
          <p:nvPr/>
        </p:nvGrpSpPr>
        <p:grpSpPr>
          <a:xfrm>
            <a:off x="-990360" y="-1919160"/>
            <a:ext cx="10580760" cy="7183800"/>
            <a:chOff x="-990360" y="-1919160"/>
            <a:chExt cx="10580760" cy="7183800"/>
          </a:xfrm>
        </p:grpSpPr>
        <p:cxnSp>
          <p:nvCxnSpPr>
            <p:cNvPr id="24" name="Google Shape;97;p17"/>
            <p:cNvCxnSpPr/>
            <p:nvPr/>
          </p:nvCxnSpPr>
          <p:spPr>
            <a:xfrm flipV="1">
              <a:off x="8334720" y="-1919160"/>
              <a:ext cx="1256040" cy="4686840"/>
            </a:xfrm>
            <a:prstGeom prst="straightConnector1">
              <a:avLst/>
            </a:prstGeom>
            <a:ln w="9525">
              <a:solidFill>
                <a:srgbClr val="294e4e"/>
              </a:solidFill>
              <a:round/>
            </a:ln>
          </p:spPr>
        </p:cxnSp>
        <p:sp>
          <p:nvSpPr>
            <p:cNvPr id="25" name="Google Shape;98;p17"/>
            <p:cNvSpPr/>
            <p:nvPr/>
          </p:nvSpPr>
          <p:spPr>
            <a:xfrm flipH="1" rot="19401600">
              <a:off x="-867240" y="3679200"/>
              <a:ext cx="2030400" cy="1086840"/>
            </a:xfrm>
            <a:prstGeom prst="ellipse">
              <a:avLst/>
            </a:prstGeom>
            <a:noFill/>
            <a:ln w="9525">
              <a:solidFill>
                <a:srgbClr val="294e4e"/>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5707080" y="539280"/>
            <a:ext cx="3436560" cy="4064400"/>
          </a:xfrm>
          <a:prstGeom prst="rect">
            <a:avLst/>
          </a:prstGeom>
          <a:noFill/>
          <a:ln w="0">
            <a:noFill/>
          </a:ln>
        </p:spPr>
        <p:txBody>
          <a:bodyPr lIns="90000" rIns="90000" tIns="45000" bIns="45000" anchor="t">
            <a:normAutofit fontScale="87222"/>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cxnSp>
        <p:nvCxnSpPr>
          <p:cNvPr id="27" name="Google Shape;103;p18"/>
          <p:cNvCxnSpPr/>
          <p:nvPr/>
        </p:nvCxnSpPr>
        <p:spPr>
          <a:xfrm flipV="1">
            <a:off x="-475200" y="-1540080"/>
            <a:ext cx="1256040" cy="4686840"/>
          </a:xfrm>
          <a:prstGeom prst="straightConnector1">
            <a:avLst/>
          </a:prstGeom>
          <a:ln w="9525">
            <a:solidFill>
              <a:srgbClr val="294e4e"/>
            </a:solidFill>
            <a:round/>
          </a:ln>
        </p:spPr>
      </p:cxnSp>
      <p:sp>
        <p:nvSpPr>
          <p:cNvPr id="28" name="PlaceHolder 2"/>
          <p:cNvSpPr>
            <a:spLocks noGrp="1"/>
          </p:cNvSpPr>
          <p:nvPr>
            <p:ph type="title"/>
          </p:nvPr>
        </p:nvSpPr>
        <p:spPr>
          <a:xfrm>
            <a:off x="720000" y="640080"/>
            <a:ext cx="4332960" cy="664920"/>
          </a:xfrm>
          <a:prstGeom prst="rect">
            <a:avLst/>
          </a:prstGeom>
          <a:noFill/>
          <a:ln w="0">
            <a:noFill/>
          </a:ln>
        </p:spPr>
        <p:txBody>
          <a:bodyPr lIns="91440" rIns="91440" tIns="91440" bIns="91440" anchor="b">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sp>
        <p:nvSpPr>
          <p:cNvPr id="30" name="PlaceHolder 2"/>
          <p:cNvSpPr>
            <a:spLocks noGrp="1"/>
          </p:cNvSpPr>
          <p:nvPr>
            <p:ph type="body"/>
          </p:nvPr>
        </p:nvSpPr>
        <p:spPr>
          <a:xfrm>
            <a:off x="713160" y="1112040"/>
            <a:ext cx="3858480" cy="34916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31" name="PlaceHolder 3"/>
          <p:cNvSpPr>
            <a:spLocks noGrp="1"/>
          </p:cNvSpPr>
          <p:nvPr>
            <p:ph type="body"/>
          </p:nvPr>
        </p:nvSpPr>
        <p:spPr>
          <a:xfrm>
            <a:off x="4572000" y="1112040"/>
            <a:ext cx="3858480" cy="34916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grpSp>
        <p:nvGrpSpPr>
          <p:cNvPr id="32" name="Google Shape;109;p19"/>
          <p:cNvGrpSpPr/>
          <p:nvPr/>
        </p:nvGrpSpPr>
        <p:grpSpPr>
          <a:xfrm>
            <a:off x="361440" y="772200"/>
            <a:ext cx="8835480" cy="5697360"/>
            <a:chOff x="361440" y="772200"/>
            <a:chExt cx="8835480" cy="5697360"/>
          </a:xfrm>
        </p:grpSpPr>
        <p:cxnSp>
          <p:nvCxnSpPr>
            <p:cNvPr id="33" name="Google Shape;110;p19"/>
            <p:cNvCxnSpPr/>
            <p:nvPr/>
          </p:nvCxnSpPr>
          <p:spPr>
            <a:xfrm flipV="1">
              <a:off x="361440" y="772200"/>
              <a:ext cx="360" cy="5697720"/>
            </a:xfrm>
            <a:prstGeom prst="straightConnector1">
              <a:avLst/>
            </a:prstGeom>
            <a:ln w="9525">
              <a:solidFill>
                <a:srgbClr val="294e4e"/>
              </a:solidFill>
              <a:round/>
            </a:ln>
          </p:spPr>
        </p:cxnSp>
        <p:cxnSp>
          <p:nvCxnSpPr>
            <p:cNvPr id="34" name="Google Shape;111;p19"/>
            <p:cNvCxnSpPr/>
            <p:nvPr/>
          </p:nvCxnSpPr>
          <p:spPr>
            <a:xfrm flipH="1">
              <a:off x="8577720" y="1357920"/>
              <a:ext cx="619560" cy="407700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36" name="Google Shape;120;p20"/>
          <p:cNvGrpSpPr/>
          <p:nvPr/>
        </p:nvGrpSpPr>
        <p:grpSpPr>
          <a:xfrm>
            <a:off x="361440" y="772200"/>
            <a:ext cx="8835480" cy="5697360"/>
            <a:chOff x="361440" y="772200"/>
            <a:chExt cx="8835480" cy="5697360"/>
          </a:xfrm>
        </p:grpSpPr>
        <p:cxnSp>
          <p:nvCxnSpPr>
            <p:cNvPr id="37" name="Google Shape;121;p20"/>
            <p:cNvCxnSpPr/>
            <p:nvPr/>
          </p:nvCxnSpPr>
          <p:spPr>
            <a:xfrm flipV="1">
              <a:off x="361440" y="772200"/>
              <a:ext cx="360" cy="5697720"/>
            </a:xfrm>
            <a:prstGeom prst="straightConnector1">
              <a:avLst/>
            </a:prstGeom>
            <a:ln w="9525">
              <a:solidFill>
                <a:srgbClr val="294e4e"/>
              </a:solidFill>
              <a:round/>
            </a:ln>
          </p:spPr>
        </p:cxnSp>
        <p:cxnSp>
          <p:nvCxnSpPr>
            <p:cNvPr id="38" name="Google Shape;122;p20"/>
            <p:cNvCxnSpPr/>
            <p:nvPr/>
          </p:nvCxnSpPr>
          <p:spPr>
            <a:xfrm flipH="1">
              <a:off x="8577720" y="1357920"/>
              <a:ext cx="619560" cy="407700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623480" y="2446200"/>
            <a:ext cx="3807000" cy="841320"/>
          </a:xfrm>
          <a:prstGeom prst="rect">
            <a:avLst/>
          </a:prstGeom>
          <a:noFill/>
          <a:ln w="0">
            <a:noFill/>
          </a:ln>
        </p:spPr>
        <p:txBody>
          <a:bodyPr lIns="91440" rIns="91440" tIns="91440" bIns="91440" anchor="b">
            <a:noAutofit/>
          </a:bodyPr>
          <a:p>
            <a:pPr indent="0">
              <a:buNone/>
            </a:pPr>
            <a:r>
              <a:rPr b="0" lang="fr-FR" sz="4800" spc="-1" strike="noStrike">
                <a:solidFill>
                  <a:schemeClr val="dk1"/>
                </a:solidFill>
                <a:latin typeface="Arial"/>
              </a:rPr>
              <a:t>Click to edit the title text format</a:t>
            </a:r>
            <a:endParaRPr b="0" lang="fr-FR" sz="4800" spc="-1" strike="noStrike">
              <a:solidFill>
                <a:schemeClr val="dk1"/>
              </a:solidFill>
              <a:latin typeface="Arial"/>
            </a:endParaRPr>
          </a:p>
        </p:txBody>
      </p:sp>
      <p:sp>
        <p:nvSpPr>
          <p:cNvPr id="40" name="PlaceHolder 2"/>
          <p:cNvSpPr>
            <a:spLocks noGrp="1"/>
          </p:cNvSpPr>
          <p:nvPr>
            <p:ph type="title"/>
          </p:nvPr>
        </p:nvSpPr>
        <p:spPr>
          <a:xfrm>
            <a:off x="4623480" y="1121400"/>
            <a:ext cx="1368720" cy="1172520"/>
          </a:xfrm>
          <a:prstGeom prst="rect">
            <a:avLst/>
          </a:prstGeom>
          <a:noFill/>
          <a:ln w="0">
            <a:noFill/>
          </a:ln>
        </p:spPr>
        <p:txBody>
          <a:bodyPr lIns="91440" rIns="91440" tIns="91440" bIns="91440" anchor="ctr">
            <a:noAutofit/>
          </a:bodyPr>
          <a:p>
            <a:pPr indent="0">
              <a:lnSpc>
                <a:spcPct val="100000"/>
              </a:lnSpc>
              <a:buNone/>
            </a:pPr>
            <a:r>
              <a:rPr b="0" lang="fr-FR" sz="6000" spc="-1" strike="noStrike">
                <a:solidFill>
                  <a:schemeClr val="lt1"/>
                </a:solidFill>
                <a:latin typeface="EB Garamond"/>
                <a:ea typeface="EB Garamond"/>
              </a:rPr>
              <a:t>xx%</a:t>
            </a:r>
            <a:endParaRPr b="0" lang="fr-FR" sz="6000" spc="-1" strike="noStrike">
              <a:solidFill>
                <a:schemeClr val="dk1"/>
              </a:solidFill>
              <a:latin typeface="Arial"/>
            </a:endParaRPr>
          </a:p>
        </p:txBody>
      </p:sp>
      <p:sp>
        <p:nvSpPr>
          <p:cNvPr id="41" name="PlaceHolder 3"/>
          <p:cNvSpPr>
            <a:spLocks noGrp="1"/>
          </p:cNvSpPr>
          <p:nvPr>
            <p:ph type="body"/>
          </p:nvPr>
        </p:nvSpPr>
        <p:spPr>
          <a:xfrm>
            <a:off x="0" y="539280"/>
            <a:ext cx="3807000" cy="40644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cxnSp>
        <p:nvCxnSpPr>
          <p:cNvPr id="43" name="Google Shape;133;p21"/>
          <p:cNvCxnSpPr/>
          <p:nvPr/>
        </p:nvCxnSpPr>
        <p:spPr>
          <a:xfrm>
            <a:off x="-20880" y="4869000"/>
            <a:ext cx="4593240" cy="360"/>
          </a:xfrm>
          <a:prstGeom prst="straightConnector1">
            <a:avLst/>
          </a:prstGeom>
          <a:ln w="9525">
            <a:solidFill>
              <a:srgbClr val="294e4e"/>
            </a:solidFill>
            <a:round/>
          </a:ln>
        </p:spPr>
      </p:cxn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45" name="Google Shape;148;p22"/>
          <p:cNvGrpSpPr/>
          <p:nvPr/>
        </p:nvGrpSpPr>
        <p:grpSpPr>
          <a:xfrm>
            <a:off x="-475200" y="-1540080"/>
            <a:ext cx="10957680" cy="4735800"/>
            <a:chOff x="-475200" y="-1540080"/>
            <a:chExt cx="10957680" cy="4735800"/>
          </a:xfrm>
        </p:grpSpPr>
        <p:cxnSp>
          <p:nvCxnSpPr>
            <p:cNvPr id="46" name="Google Shape;149;p22"/>
            <p:cNvCxnSpPr/>
            <p:nvPr/>
          </p:nvCxnSpPr>
          <p:spPr>
            <a:xfrm flipV="1">
              <a:off x="-475200" y="-1540080"/>
              <a:ext cx="1256040" cy="4686840"/>
            </a:xfrm>
            <a:prstGeom prst="straightConnector1">
              <a:avLst/>
            </a:prstGeom>
            <a:ln w="9525">
              <a:solidFill>
                <a:srgbClr val="294e4e"/>
              </a:solidFill>
              <a:round/>
            </a:ln>
          </p:spPr>
        </p:cxnSp>
        <p:sp>
          <p:nvSpPr>
            <p:cNvPr id="47" name="Google Shape;150;p22"/>
            <p:cNvSpPr/>
            <p:nvPr/>
          </p:nvSpPr>
          <p:spPr>
            <a:xfrm rot="2198400">
              <a:off x="8327880" y="1610280"/>
              <a:ext cx="2030400" cy="1086840"/>
            </a:xfrm>
            <a:prstGeom prst="ellipse">
              <a:avLst/>
            </a:prstGeom>
            <a:noFill/>
            <a:ln w="9525">
              <a:solidFill>
                <a:srgbClr val="294e4e"/>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cxnSp>
        <p:nvCxnSpPr>
          <p:cNvPr id="48" name="Google Shape;152;p23"/>
          <p:cNvCxnSpPr/>
          <p:nvPr/>
        </p:nvCxnSpPr>
        <p:spPr>
          <a:xfrm flipH="1">
            <a:off x="-185400" y="-574200"/>
            <a:ext cx="726120" cy="4868280"/>
          </a:xfrm>
          <a:prstGeom prst="straightConnector1">
            <a:avLst/>
          </a:prstGeom>
          <a:ln w="9525">
            <a:solidFill>
              <a:srgbClr val="f0ebe1"/>
            </a:solidFill>
            <a:round/>
          </a:ln>
        </p:spPr>
      </p:cxnSp>
      <p:sp>
        <p:nvSpPr>
          <p:cNvPr id="49" name="PlaceHolder 1"/>
          <p:cNvSpPr>
            <a:spLocks noGrp="1"/>
          </p:cNvSpPr>
          <p:nvPr>
            <p:ph type="title"/>
          </p:nvPr>
        </p:nvSpPr>
        <p:spPr>
          <a:xfrm>
            <a:off x="713160" y="539280"/>
            <a:ext cx="3897360" cy="645120"/>
          </a:xfrm>
          <a:prstGeom prst="rect">
            <a:avLst/>
          </a:prstGeom>
          <a:noFill/>
          <a:ln w="0">
            <a:noFill/>
          </a:ln>
        </p:spPr>
        <p:txBody>
          <a:bodyPr lIns="91440" rIns="91440" tIns="91440" bIns="91440" anchor="ctr">
            <a:noAutofit/>
          </a:bodyPr>
          <a:p>
            <a:pPr indent="0">
              <a:lnSpc>
                <a:spcPct val="100000"/>
              </a:lnSpc>
              <a:buNone/>
            </a:pPr>
            <a:r>
              <a:rPr b="0" lang="fr-FR" sz="4500" spc="-1" strike="noStrike">
                <a:solidFill>
                  <a:schemeClr val="lt1"/>
                </a:solidFill>
                <a:latin typeface="EB Garamond"/>
                <a:ea typeface="EB Garamond"/>
              </a:rPr>
              <a:t>xx%</a:t>
            </a:r>
            <a:endParaRPr b="0" lang="fr-FR" sz="4500" spc="-1" strike="noStrike">
              <a:solidFill>
                <a:schemeClr val="dk1"/>
              </a:solidFill>
              <a:latin typeface="Arial"/>
            </a:endParaRPr>
          </a:p>
        </p:txBody>
      </p:sp>
      <p:sp>
        <p:nvSpPr>
          <p:cNvPr id="50" name="PlaceHolder 2"/>
          <p:cNvSpPr>
            <a:spLocks noGrp="1"/>
          </p:cNvSpPr>
          <p:nvPr>
            <p:ph type="title"/>
          </p:nvPr>
        </p:nvSpPr>
        <p:spPr>
          <a:xfrm>
            <a:off x="713160" y="1970280"/>
            <a:ext cx="3897360" cy="645120"/>
          </a:xfrm>
          <a:prstGeom prst="rect">
            <a:avLst/>
          </a:prstGeom>
          <a:noFill/>
          <a:ln w="0">
            <a:noFill/>
          </a:ln>
        </p:spPr>
        <p:txBody>
          <a:bodyPr lIns="91440" rIns="91440" tIns="91440" bIns="91440" anchor="ctr">
            <a:noAutofit/>
          </a:bodyPr>
          <a:p>
            <a:pPr indent="0">
              <a:lnSpc>
                <a:spcPct val="100000"/>
              </a:lnSpc>
              <a:buNone/>
            </a:pPr>
            <a:r>
              <a:rPr b="0" lang="fr-FR" sz="4500" spc="-1" strike="noStrike">
                <a:solidFill>
                  <a:schemeClr val="lt1"/>
                </a:solidFill>
                <a:latin typeface="EB Garamond"/>
                <a:ea typeface="EB Garamond"/>
              </a:rPr>
              <a:t>xx%</a:t>
            </a:r>
            <a:endParaRPr b="0" lang="fr-FR" sz="4500" spc="-1" strike="noStrike">
              <a:solidFill>
                <a:schemeClr val="dk1"/>
              </a:solidFill>
              <a:latin typeface="Arial"/>
            </a:endParaRPr>
          </a:p>
        </p:txBody>
      </p:sp>
      <p:sp>
        <p:nvSpPr>
          <p:cNvPr id="51" name="PlaceHolder 3"/>
          <p:cNvSpPr>
            <a:spLocks noGrp="1"/>
          </p:cNvSpPr>
          <p:nvPr>
            <p:ph type="title"/>
          </p:nvPr>
        </p:nvSpPr>
        <p:spPr>
          <a:xfrm>
            <a:off x="713160" y="3401280"/>
            <a:ext cx="3897360" cy="645120"/>
          </a:xfrm>
          <a:prstGeom prst="rect">
            <a:avLst/>
          </a:prstGeom>
          <a:noFill/>
          <a:ln w="0">
            <a:noFill/>
          </a:ln>
        </p:spPr>
        <p:txBody>
          <a:bodyPr lIns="91440" rIns="91440" tIns="91440" bIns="91440" anchor="ctr">
            <a:noAutofit/>
          </a:bodyPr>
          <a:p>
            <a:pPr indent="0">
              <a:lnSpc>
                <a:spcPct val="100000"/>
              </a:lnSpc>
              <a:buNone/>
            </a:pPr>
            <a:r>
              <a:rPr b="0" lang="fr-FR" sz="4500" spc="-1" strike="noStrike">
                <a:solidFill>
                  <a:schemeClr val="lt1"/>
                </a:solidFill>
                <a:latin typeface="EB Garamond"/>
                <a:ea typeface="EB Garamond"/>
              </a:rPr>
              <a:t>xx%</a:t>
            </a:r>
            <a:endParaRPr b="0" lang="fr-FR" sz="4500" spc="-1" strike="noStrike">
              <a:solidFill>
                <a:schemeClr val="dk1"/>
              </a:solidFill>
              <a:latin typeface="Arial"/>
            </a:endParaRPr>
          </a:p>
        </p:txBody>
      </p:sp>
      <p:sp>
        <p:nvSpPr>
          <p:cNvPr id="52" name="PlaceHolder 4"/>
          <p:cNvSpPr>
            <a:spLocks noGrp="1"/>
          </p:cNvSpPr>
          <p:nvPr>
            <p:ph type="body"/>
          </p:nvPr>
        </p:nvSpPr>
        <p:spPr>
          <a:xfrm>
            <a:off x="5401440" y="539280"/>
            <a:ext cx="3742560" cy="40644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54" name="Google Shape;162;p24"/>
          <p:cNvGrpSpPr/>
          <p:nvPr/>
        </p:nvGrpSpPr>
        <p:grpSpPr>
          <a:xfrm>
            <a:off x="0" y="273960"/>
            <a:ext cx="9144000" cy="4595040"/>
            <a:chOff x="0" y="273960"/>
            <a:chExt cx="9144000" cy="4595040"/>
          </a:xfrm>
        </p:grpSpPr>
        <p:cxnSp>
          <p:nvCxnSpPr>
            <p:cNvPr id="55" name="Google Shape;163;p24"/>
            <p:cNvCxnSpPr/>
            <p:nvPr/>
          </p:nvCxnSpPr>
          <p:spPr>
            <a:xfrm>
              <a:off x="0" y="273960"/>
              <a:ext cx="7486920" cy="360"/>
            </a:xfrm>
            <a:prstGeom prst="straightConnector1">
              <a:avLst/>
            </a:prstGeom>
            <a:ln w="9525">
              <a:solidFill>
                <a:srgbClr val="294e4e"/>
              </a:solidFill>
              <a:round/>
            </a:ln>
          </p:spPr>
        </p:cxnSp>
        <p:cxnSp>
          <p:nvCxnSpPr>
            <p:cNvPr id="56" name="Google Shape;164;p24"/>
            <p:cNvCxnSpPr/>
            <p:nvPr/>
          </p:nvCxnSpPr>
          <p:spPr>
            <a:xfrm>
              <a:off x="4550760" y="4869000"/>
              <a:ext cx="4593600" cy="36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58" name="Google Shape;167;p25"/>
          <p:cNvGrpSpPr/>
          <p:nvPr/>
        </p:nvGrpSpPr>
        <p:grpSpPr>
          <a:xfrm>
            <a:off x="361440" y="772200"/>
            <a:ext cx="8835480" cy="5697360"/>
            <a:chOff x="361440" y="772200"/>
            <a:chExt cx="8835480" cy="5697360"/>
          </a:xfrm>
        </p:grpSpPr>
        <p:cxnSp>
          <p:nvCxnSpPr>
            <p:cNvPr id="59" name="Google Shape;168;p25"/>
            <p:cNvCxnSpPr/>
            <p:nvPr/>
          </p:nvCxnSpPr>
          <p:spPr>
            <a:xfrm flipV="1">
              <a:off x="361440" y="772200"/>
              <a:ext cx="360" cy="5697720"/>
            </a:xfrm>
            <a:prstGeom prst="straightConnector1">
              <a:avLst/>
            </a:prstGeom>
            <a:ln w="9525">
              <a:solidFill>
                <a:srgbClr val="294e4e"/>
              </a:solidFill>
              <a:round/>
            </a:ln>
          </p:spPr>
        </p:cxnSp>
        <p:cxnSp>
          <p:nvCxnSpPr>
            <p:cNvPr id="60" name="Google Shape;169;p25"/>
            <p:cNvCxnSpPr/>
            <p:nvPr/>
          </p:nvCxnSpPr>
          <p:spPr>
            <a:xfrm flipH="1">
              <a:off x="8577720" y="1357920"/>
              <a:ext cx="619560" cy="407700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62" name="Google Shape;172;p26"/>
          <p:cNvGrpSpPr/>
          <p:nvPr/>
        </p:nvGrpSpPr>
        <p:grpSpPr>
          <a:xfrm>
            <a:off x="-1519920" y="1112040"/>
            <a:ext cx="12154680" cy="3077280"/>
            <a:chOff x="-1519920" y="1112040"/>
            <a:chExt cx="12154680" cy="3077280"/>
          </a:xfrm>
        </p:grpSpPr>
        <p:sp>
          <p:nvSpPr>
            <p:cNvPr id="63" name="Google Shape;173;p26"/>
            <p:cNvSpPr/>
            <p:nvPr/>
          </p:nvSpPr>
          <p:spPr>
            <a:xfrm rot="2198400">
              <a:off x="8480160" y="1610280"/>
              <a:ext cx="2030400" cy="1086840"/>
            </a:xfrm>
            <a:prstGeom prst="ellipse">
              <a:avLst/>
            </a:prstGeom>
            <a:noFill/>
            <a:ln w="9525">
              <a:solidFill>
                <a:srgbClr val="294e4e"/>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4" name="Google Shape;174;p26"/>
            <p:cNvSpPr/>
            <p:nvPr/>
          </p:nvSpPr>
          <p:spPr>
            <a:xfrm rot="2198400">
              <a:off x="-1396080" y="2603880"/>
              <a:ext cx="2030400" cy="1086840"/>
            </a:xfrm>
            <a:prstGeom prst="ellipse">
              <a:avLst/>
            </a:prstGeom>
            <a:noFill/>
            <a:ln w="9525">
              <a:solidFill>
                <a:srgbClr val="294e4e"/>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713160" y="539280"/>
            <a:ext cx="2999520" cy="87264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66" name="PlaceHolder 2"/>
          <p:cNvSpPr>
            <a:spLocks noGrp="1"/>
          </p:cNvSpPr>
          <p:nvPr>
            <p:ph type="body"/>
          </p:nvPr>
        </p:nvSpPr>
        <p:spPr>
          <a:xfrm>
            <a:off x="4572000" y="539280"/>
            <a:ext cx="4571640" cy="40644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67" name="Google Shape;179;p27"/>
          <p:cNvSpPr/>
          <p:nvPr/>
        </p:nvSpPr>
        <p:spPr>
          <a:xfrm>
            <a:off x="713160" y="3573720"/>
            <a:ext cx="3327840" cy="615240"/>
          </a:xfrm>
          <a:prstGeom prst="rect">
            <a:avLst/>
          </a:prstGeom>
          <a:noFill/>
          <a:ln w="0">
            <a:noFill/>
          </a:ln>
        </p:spPr>
        <p:style>
          <a:lnRef idx="0"/>
          <a:fillRef idx="0"/>
          <a:effectRef idx="0"/>
          <a:fontRef idx="minor"/>
        </p:style>
        <p:txBody>
          <a:bodyPr tIns="91440" bIns="91440" anchor="b">
            <a:noAutofit/>
          </a:bodyPr>
          <a:p>
            <a:pPr defTabSz="914400">
              <a:lnSpc>
                <a:spcPct val="115000"/>
              </a:lnSpc>
              <a:spcBef>
                <a:spcPts val="300"/>
              </a:spcBef>
              <a:tabLst>
                <a:tab algn="l" pos="0"/>
              </a:tabLst>
            </a:pPr>
            <a:r>
              <a:rPr b="0" lang="en" sz="1000" spc="-1" strike="noStrike">
                <a:solidFill>
                  <a:schemeClr val="lt1"/>
                </a:solidFill>
                <a:latin typeface="Cabin"/>
                <a:ea typeface="Cabin"/>
              </a:rPr>
              <a:t>CREDITS: This presentation template was created by </a:t>
            </a:r>
            <a:r>
              <a:rPr b="1" lang="en" sz="1000" spc="-1" strike="noStrike" u="sng">
                <a:solidFill>
                  <a:schemeClr val="lt1"/>
                </a:solidFill>
                <a:uFillTx/>
                <a:latin typeface="Cabin"/>
                <a:ea typeface="Cabin"/>
                <a:hlinkClick r:id="rId2"/>
              </a:rPr>
              <a:t>Slidesgo</a:t>
            </a:r>
            <a:r>
              <a:rPr b="0" lang="en" sz="1000" spc="-1" strike="noStrike">
                <a:solidFill>
                  <a:schemeClr val="lt1"/>
                </a:solidFill>
                <a:latin typeface="Cabin"/>
                <a:ea typeface="Cabin"/>
              </a:rPr>
              <a:t>, including icons, infographics &amp; images by </a:t>
            </a:r>
            <a:r>
              <a:rPr b="1" lang="en" sz="1000" spc="-1" strike="noStrike" u="sng">
                <a:solidFill>
                  <a:schemeClr val="lt1"/>
                </a:solidFill>
                <a:uFillTx/>
                <a:latin typeface="Cabin"/>
                <a:ea typeface="Cabin"/>
                <a:hlinkClick r:id="rId3"/>
              </a:rPr>
              <a:t>Freepik</a:t>
            </a:r>
            <a:endParaRPr b="0" lang="en-US" sz="10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68" name="Google Shape;181;p28"/>
          <p:cNvGrpSpPr/>
          <p:nvPr/>
        </p:nvGrpSpPr>
        <p:grpSpPr>
          <a:xfrm>
            <a:off x="241560" y="-2410920"/>
            <a:ext cx="10240920" cy="7146000"/>
            <a:chOff x="241560" y="-2410920"/>
            <a:chExt cx="10240920" cy="7146000"/>
          </a:xfrm>
        </p:grpSpPr>
        <p:cxnSp>
          <p:nvCxnSpPr>
            <p:cNvPr id="69" name="Google Shape;182;p28"/>
            <p:cNvCxnSpPr/>
            <p:nvPr/>
          </p:nvCxnSpPr>
          <p:spPr>
            <a:xfrm flipV="1">
              <a:off x="241560" y="-2410920"/>
              <a:ext cx="1256040" cy="4686840"/>
            </a:xfrm>
            <a:prstGeom prst="straightConnector1">
              <a:avLst/>
            </a:prstGeom>
            <a:ln w="9525">
              <a:solidFill>
                <a:srgbClr val="294e4e"/>
              </a:solidFill>
              <a:round/>
            </a:ln>
          </p:spPr>
        </p:cxnSp>
        <p:sp>
          <p:nvSpPr>
            <p:cNvPr id="70" name="Google Shape;183;p28"/>
            <p:cNvSpPr/>
            <p:nvPr/>
          </p:nvSpPr>
          <p:spPr>
            <a:xfrm rot="2198400">
              <a:off x="8327880" y="3149640"/>
              <a:ext cx="2030400" cy="1086840"/>
            </a:xfrm>
            <a:prstGeom prst="ellipse">
              <a:avLst/>
            </a:prstGeom>
            <a:noFill/>
            <a:ln w="9525">
              <a:solidFill>
                <a:srgbClr val="294e4e"/>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grpSp>
        <p:nvGrpSpPr>
          <p:cNvPr id="71" name="Google Shape;185;p29"/>
          <p:cNvGrpSpPr/>
          <p:nvPr/>
        </p:nvGrpSpPr>
        <p:grpSpPr>
          <a:xfrm>
            <a:off x="0" y="273960"/>
            <a:ext cx="9144000" cy="4595040"/>
            <a:chOff x="0" y="273960"/>
            <a:chExt cx="9144000" cy="4595040"/>
          </a:xfrm>
        </p:grpSpPr>
        <p:cxnSp>
          <p:nvCxnSpPr>
            <p:cNvPr id="72" name="Google Shape;186;p29"/>
            <p:cNvCxnSpPr/>
            <p:nvPr/>
          </p:nvCxnSpPr>
          <p:spPr>
            <a:xfrm>
              <a:off x="0" y="4869000"/>
              <a:ext cx="7486920" cy="360"/>
            </a:xfrm>
            <a:prstGeom prst="straightConnector1">
              <a:avLst/>
            </a:prstGeom>
            <a:ln w="9525">
              <a:solidFill>
                <a:srgbClr val="f0ebe1"/>
              </a:solidFill>
              <a:round/>
            </a:ln>
          </p:spPr>
        </p:cxnSp>
        <p:cxnSp>
          <p:nvCxnSpPr>
            <p:cNvPr id="73" name="Google Shape;187;p29"/>
            <p:cNvCxnSpPr/>
            <p:nvPr/>
          </p:nvCxnSpPr>
          <p:spPr>
            <a:xfrm>
              <a:off x="4550760" y="273960"/>
              <a:ext cx="4593600" cy="360"/>
            </a:xfrm>
            <a:prstGeom prst="straightConnector1">
              <a:avLst/>
            </a:prstGeom>
            <a:ln w="9525">
              <a:solidFill>
                <a:srgbClr val="f0ebe1"/>
              </a:solidFill>
              <a:round/>
            </a:ln>
          </p:spPr>
        </p:cxnSp>
      </p:gr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74" name="Google Shape;189;p30"/>
          <p:cNvGrpSpPr/>
          <p:nvPr/>
        </p:nvGrpSpPr>
        <p:grpSpPr>
          <a:xfrm>
            <a:off x="361440" y="772200"/>
            <a:ext cx="8835480" cy="5697360"/>
            <a:chOff x="361440" y="772200"/>
            <a:chExt cx="8835480" cy="5697360"/>
          </a:xfrm>
        </p:grpSpPr>
        <p:cxnSp>
          <p:nvCxnSpPr>
            <p:cNvPr id="75" name="Google Shape;190;p30"/>
            <p:cNvCxnSpPr/>
            <p:nvPr/>
          </p:nvCxnSpPr>
          <p:spPr>
            <a:xfrm flipV="1">
              <a:off x="361440" y="772200"/>
              <a:ext cx="360" cy="5697720"/>
            </a:xfrm>
            <a:prstGeom prst="straightConnector1">
              <a:avLst/>
            </a:prstGeom>
            <a:ln w="9525">
              <a:solidFill>
                <a:srgbClr val="294e4e"/>
              </a:solidFill>
              <a:round/>
            </a:ln>
          </p:spPr>
        </p:cxnSp>
        <p:cxnSp>
          <p:nvCxnSpPr>
            <p:cNvPr id="76" name="Google Shape;191;p30"/>
            <p:cNvCxnSpPr/>
            <p:nvPr/>
          </p:nvCxnSpPr>
          <p:spPr>
            <a:xfrm flipH="1">
              <a:off x="8577720" y="1357920"/>
              <a:ext cx="619560" cy="407700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sp>
        <p:nvSpPr>
          <p:cNvPr id="78" name="PlaceHolder 2"/>
          <p:cNvSpPr>
            <a:spLocks noGrp="1"/>
          </p:cNvSpPr>
          <p:nvPr>
            <p:ph type="body"/>
          </p:nvPr>
        </p:nvSpPr>
        <p:spPr>
          <a:xfrm>
            <a:off x="720000" y="1112040"/>
            <a:ext cx="7703640" cy="34916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grpSp>
        <p:nvGrpSpPr>
          <p:cNvPr id="79" name="Google Shape;20;p4"/>
          <p:cNvGrpSpPr/>
          <p:nvPr/>
        </p:nvGrpSpPr>
        <p:grpSpPr>
          <a:xfrm>
            <a:off x="-289080" y="-1208160"/>
            <a:ext cx="9081720" cy="7677720"/>
            <a:chOff x="-289080" y="-1208160"/>
            <a:chExt cx="9081720" cy="7677720"/>
          </a:xfrm>
        </p:grpSpPr>
        <p:cxnSp>
          <p:nvCxnSpPr>
            <p:cNvPr id="80" name="Google Shape;21;p4"/>
            <p:cNvCxnSpPr/>
            <p:nvPr/>
          </p:nvCxnSpPr>
          <p:spPr>
            <a:xfrm flipV="1">
              <a:off x="8792640" y="772200"/>
              <a:ext cx="360" cy="5697720"/>
            </a:xfrm>
            <a:prstGeom prst="straightConnector1">
              <a:avLst/>
            </a:prstGeom>
            <a:ln w="9525">
              <a:solidFill>
                <a:srgbClr val="294e4e"/>
              </a:solidFill>
              <a:round/>
            </a:ln>
          </p:spPr>
        </p:cxnSp>
        <p:cxnSp>
          <p:nvCxnSpPr>
            <p:cNvPr id="81" name="Google Shape;22;p4"/>
            <p:cNvCxnSpPr/>
            <p:nvPr/>
          </p:nvCxnSpPr>
          <p:spPr>
            <a:xfrm flipV="1">
              <a:off x="-289080" y="-1208160"/>
              <a:ext cx="1255680" cy="468720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sp>
        <p:nvSpPr>
          <p:cNvPr id="85" name="Google Shape;29;p5"/>
          <p:cNvSpPr/>
          <p:nvPr/>
        </p:nvSpPr>
        <p:spPr>
          <a:xfrm rot="2198400">
            <a:off x="8276400" y="392760"/>
            <a:ext cx="2030400" cy="1086840"/>
          </a:xfrm>
          <a:prstGeom prst="ellipse">
            <a:avLst/>
          </a:prstGeom>
          <a:noFill/>
          <a:ln w="9525">
            <a:solidFill>
              <a:srgbClr val="294e4e"/>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90" name="Google Shape;32;p6"/>
          <p:cNvGrpSpPr/>
          <p:nvPr/>
        </p:nvGrpSpPr>
        <p:grpSpPr>
          <a:xfrm>
            <a:off x="-289080" y="-1208160"/>
            <a:ext cx="9081720" cy="7677720"/>
            <a:chOff x="-289080" y="-1208160"/>
            <a:chExt cx="9081720" cy="7677720"/>
          </a:xfrm>
        </p:grpSpPr>
        <p:cxnSp>
          <p:nvCxnSpPr>
            <p:cNvPr id="91" name="Google Shape;33;p6"/>
            <p:cNvCxnSpPr/>
            <p:nvPr/>
          </p:nvCxnSpPr>
          <p:spPr>
            <a:xfrm flipV="1">
              <a:off x="8792640" y="772200"/>
              <a:ext cx="360" cy="5697720"/>
            </a:xfrm>
            <a:prstGeom prst="straightConnector1">
              <a:avLst/>
            </a:prstGeom>
            <a:ln w="9525">
              <a:solidFill>
                <a:srgbClr val="294e4e"/>
              </a:solidFill>
              <a:round/>
            </a:ln>
          </p:spPr>
        </p:cxnSp>
        <p:cxnSp>
          <p:nvCxnSpPr>
            <p:cNvPr id="92" name="Google Shape;34;p6"/>
            <p:cNvCxnSpPr/>
            <p:nvPr/>
          </p:nvCxnSpPr>
          <p:spPr>
            <a:xfrm flipV="1">
              <a:off x="-289080" y="-1208160"/>
              <a:ext cx="1255680" cy="468720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4849920" y="1919160"/>
            <a:ext cx="3409920" cy="572400"/>
          </a:xfrm>
          <a:prstGeom prst="rect">
            <a:avLst/>
          </a:prstGeom>
          <a:noFill/>
          <a:ln w="0">
            <a:noFill/>
          </a:ln>
        </p:spPr>
        <p:txBody>
          <a:bodyPr lIns="91440" rIns="91440" tIns="91440" bIns="91440" anchor="b">
            <a:noAutofit/>
          </a:bodyPr>
          <a:p>
            <a:pPr indent="0">
              <a:buNone/>
            </a:pPr>
            <a:r>
              <a:rPr b="0" lang="fr-FR" sz="3200" spc="-1" strike="noStrike">
                <a:solidFill>
                  <a:schemeClr val="dk1"/>
                </a:solidFill>
                <a:latin typeface="Arial"/>
              </a:rPr>
              <a:t>Click to edit the title text format</a:t>
            </a:r>
            <a:endParaRPr b="0" lang="fr-FR" sz="3200" spc="-1" strike="noStrike">
              <a:solidFill>
                <a:schemeClr val="dk1"/>
              </a:solidFill>
              <a:latin typeface="Arial"/>
            </a:endParaRPr>
          </a:p>
        </p:txBody>
      </p:sp>
      <p:grpSp>
        <p:nvGrpSpPr>
          <p:cNvPr id="95" name="Google Shape;38;p7"/>
          <p:cNvGrpSpPr/>
          <p:nvPr/>
        </p:nvGrpSpPr>
        <p:grpSpPr>
          <a:xfrm>
            <a:off x="-289080" y="-1208160"/>
            <a:ext cx="9081720" cy="7677720"/>
            <a:chOff x="-289080" y="-1208160"/>
            <a:chExt cx="9081720" cy="7677720"/>
          </a:xfrm>
        </p:grpSpPr>
        <p:cxnSp>
          <p:nvCxnSpPr>
            <p:cNvPr id="96" name="Google Shape;39;p7"/>
            <p:cNvCxnSpPr/>
            <p:nvPr/>
          </p:nvCxnSpPr>
          <p:spPr>
            <a:xfrm flipV="1">
              <a:off x="8792640" y="772200"/>
              <a:ext cx="360" cy="5697720"/>
            </a:xfrm>
            <a:prstGeom prst="straightConnector1">
              <a:avLst/>
            </a:prstGeom>
            <a:ln w="9525">
              <a:solidFill>
                <a:srgbClr val="294e4e"/>
              </a:solidFill>
              <a:round/>
            </a:ln>
          </p:spPr>
        </p:cxnSp>
        <p:cxnSp>
          <p:nvCxnSpPr>
            <p:cNvPr id="97" name="Google Shape;40;p7"/>
            <p:cNvCxnSpPr/>
            <p:nvPr/>
          </p:nvCxnSpPr>
          <p:spPr>
            <a:xfrm flipV="1">
              <a:off x="-289080" y="-1208160"/>
              <a:ext cx="1255680" cy="4687200"/>
            </a:xfrm>
            <a:prstGeom prst="straightConnector1">
              <a:avLst/>
            </a:prstGeom>
            <a:ln w="9525">
              <a:solidFill>
                <a:srgbClr val="294e4e"/>
              </a:solidFill>
              <a:round/>
            </a:ln>
          </p:spPr>
        </p:cxnSp>
      </p:gr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cxnSp>
        <p:nvCxnSpPr>
          <p:cNvPr id="98" name="Google Shape;42;p8"/>
          <p:cNvCxnSpPr/>
          <p:nvPr/>
        </p:nvCxnSpPr>
        <p:spPr>
          <a:xfrm flipV="1">
            <a:off x="7967520" y="-228960"/>
            <a:ext cx="1463400" cy="5460840"/>
          </a:xfrm>
          <a:prstGeom prst="straightConnector1">
            <a:avLst/>
          </a:prstGeom>
          <a:ln w="9525">
            <a:solidFill>
              <a:srgbClr val="f0ebe1"/>
            </a:solidFill>
            <a:round/>
          </a:ln>
        </p:spPr>
      </p:cxnSp>
      <p:sp>
        <p:nvSpPr>
          <p:cNvPr id="99"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100" name="PlaceHolder 2"/>
          <p:cNvSpPr>
            <a:spLocks noGrp="1"/>
          </p:cNvSpPr>
          <p:nvPr>
            <p:ph type="body"/>
          </p:nvPr>
        </p:nvSpPr>
        <p:spPr>
          <a:xfrm>
            <a:off x="0" y="541800"/>
            <a:ext cx="2317680" cy="4059720"/>
          </a:xfrm>
          <a:prstGeom prst="rect">
            <a:avLst/>
          </a:prstGeom>
          <a:noFill/>
          <a:ln w="0">
            <a:noFill/>
          </a:ln>
        </p:spPr>
        <p:txBody>
          <a:bodyPr lIns="90000" rIns="90000" tIns="45000" bIns="45000" anchor="t">
            <a:normAutofit fontScale="25000"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01" name="PlaceHolder 3"/>
          <p:cNvSpPr>
            <a:spLocks noGrp="1"/>
          </p:cNvSpPr>
          <p:nvPr>
            <p:ph type="body"/>
          </p:nvPr>
        </p:nvSpPr>
        <p:spPr>
          <a:xfrm>
            <a:off x="6825960" y="541800"/>
            <a:ext cx="2317680" cy="4059720"/>
          </a:xfrm>
          <a:prstGeom prst="rect">
            <a:avLst/>
          </a:prstGeom>
          <a:noFill/>
          <a:ln w="0">
            <a:noFill/>
          </a:ln>
        </p:spPr>
        <p:txBody>
          <a:bodyPr lIns="90000" rIns="90000" tIns="45000" bIns="45000" anchor="t">
            <a:normAutofit fontScale="25000" lnSpcReduction="1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2" name="PlaceHolder 1"/>
          <p:cNvSpPr>
            <a:spLocks noGrp="1"/>
          </p:cNvSpPr>
          <p:nvPr>
            <p:ph type="body"/>
          </p:nvPr>
        </p:nvSpPr>
        <p:spPr>
          <a:xfrm>
            <a:off x="720000" y="2138760"/>
            <a:ext cx="7461000" cy="22928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103" name="PlaceHolder 2"/>
          <p:cNvSpPr>
            <a:spLocks noGrp="1"/>
          </p:cNvSpPr>
          <p:nvPr>
            <p:ph type="title"/>
          </p:nvPr>
        </p:nvSpPr>
        <p:spPr>
          <a:xfrm>
            <a:off x="720000" y="774000"/>
            <a:ext cx="7461000" cy="1135800"/>
          </a:xfrm>
          <a:prstGeom prst="rect">
            <a:avLst/>
          </a:prstGeom>
          <a:noFill/>
          <a:ln w="0">
            <a:noFill/>
          </a:ln>
        </p:spPr>
        <p:txBody>
          <a:bodyPr lIns="91440" rIns="91440" tIns="91440" bIns="91440" anchor="b">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cxnSp>
        <p:nvCxnSpPr>
          <p:cNvPr id="104" name="Google Shape;49;p9"/>
          <p:cNvCxnSpPr/>
          <p:nvPr/>
        </p:nvCxnSpPr>
        <p:spPr>
          <a:xfrm flipH="1">
            <a:off x="5344200" y="259920"/>
            <a:ext cx="3800160" cy="360"/>
          </a:xfrm>
          <a:prstGeom prst="straightConnector1">
            <a:avLst/>
          </a:prstGeom>
          <a:ln w="9525">
            <a:solidFill>
              <a:srgbClr val="294e4e"/>
            </a:solidFill>
            <a:round/>
          </a:ln>
        </p:spPr>
      </p:cxnSp>
      <p:cxnSp>
        <p:nvCxnSpPr>
          <p:cNvPr id="105" name="Google Shape;50;p9"/>
          <p:cNvCxnSpPr/>
          <p:nvPr/>
        </p:nvCxnSpPr>
        <p:spPr>
          <a:xfrm flipV="1">
            <a:off x="-475200" y="-1540080"/>
            <a:ext cx="1256040" cy="4686840"/>
          </a:xfrm>
          <a:prstGeom prst="straightConnector1">
            <a:avLst/>
          </a:prstGeom>
          <a:ln w="9525">
            <a:solidFill>
              <a:srgbClr val="294e4e"/>
            </a:solidFill>
            <a:round/>
          </a:ln>
        </p:spPr>
      </p:cxnSp>
      <p:cxnSp>
        <p:nvCxnSpPr>
          <p:cNvPr id="106" name="Google Shape;51;p9"/>
          <p:cNvCxnSpPr/>
          <p:nvPr/>
        </p:nvCxnSpPr>
        <p:spPr>
          <a:xfrm flipV="1">
            <a:off x="7965360" y="2616480"/>
            <a:ext cx="1256040" cy="4687560"/>
          </a:xfrm>
          <a:prstGeom prst="straightConnector1">
            <a:avLst/>
          </a:prstGeom>
          <a:ln w="9525">
            <a:solidFill>
              <a:srgbClr val="294e4e"/>
            </a:solidFill>
            <a:round/>
          </a:ln>
        </p:spPr>
      </p:cxn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7"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08" name="PlaceHolder 2"/>
          <p:cNvSpPr>
            <a:spLocks noGrp="1"/>
          </p:cNvSpPr>
          <p:nvPr>
            <p:ph type="title"/>
          </p:nvPr>
        </p:nvSpPr>
        <p:spPr>
          <a:xfrm>
            <a:off x="713160" y="539280"/>
            <a:ext cx="4183560" cy="535320"/>
          </a:xfrm>
          <a:prstGeom prst="rect">
            <a:avLst/>
          </a:prstGeom>
          <a:solidFill>
            <a:schemeClr val="lt1"/>
          </a:solidFill>
          <a:ln w="0">
            <a:noFill/>
          </a:ln>
        </p:spPr>
        <p:txBody>
          <a:bodyPr lIns="91440" rIns="91440" tIns="91440" bIns="91440" anchor="t">
            <a:noAutofit/>
          </a:bodyPr>
          <a:p>
            <a:pPr indent="0">
              <a:buNone/>
            </a:pPr>
            <a:r>
              <a:rPr b="0" lang="fr-FR" sz="2000" spc="-1" strike="noStrike">
                <a:solidFill>
                  <a:schemeClr val="dk1"/>
                </a:solidFill>
                <a:latin typeface="Arial"/>
              </a:rPr>
              <a:t>Click to edit the title text format</a:t>
            </a:r>
            <a:endParaRPr b="0" lang="fr-FR"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716760" y="510840"/>
            <a:ext cx="7710120" cy="482040"/>
          </a:xfrm>
          <a:prstGeom prst="rect">
            <a:avLst/>
          </a:prstGeom>
          <a:noFill/>
          <a:ln w="0">
            <a:noFill/>
          </a:ln>
        </p:spPr>
        <p:txBody>
          <a:bodyPr lIns="91440" rIns="91440" tIns="91440" bIns="91440" anchor="t">
            <a:noAutofit/>
          </a:bodyPr>
          <a:p>
            <a:pPr indent="0">
              <a:buNone/>
            </a:pPr>
            <a:r>
              <a:rPr b="0" lang="fr-FR" sz="2400" spc="-1" strike="noStrike">
                <a:solidFill>
                  <a:schemeClr val="dk1"/>
                </a:solidFill>
                <a:latin typeface="Arial"/>
              </a:rPr>
              <a:t>Click to edit the title text format</a:t>
            </a:r>
            <a:endParaRPr b="0" lang="fr-FR"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8.xml"/>
</Relationships>
</file>

<file path=ppt/slides/_rels/slide1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714240" y="2076480"/>
            <a:ext cx="3904920" cy="1809360"/>
          </a:xfrm>
          <a:prstGeom prst="rect">
            <a:avLst/>
          </a:prstGeom>
          <a:noFill/>
          <a:ln w="0">
            <a:noFill/>
          </a:ln>
        </p:spPr>
        <p:txBody>
          <a:bodyPr lIns="91440" rIns="91440" tIns="91440" bIns="91440" anchor="b">
            <a:normAutofit/>
          </a:bodyPr>
          <a:p>
            <a:pPr indent="0">
              <a:lnSpc>
                <a:spcPct val="100000"/>
              </a:lnSpc>
              <a:buNone/>
              <a:tabLst>
                <a:tab algn="l" pos="0"/>
              </a:tabLst>
            </a:pPr>
            <a:r>
              <a:rPr b="0" lang="en" sz="3800" spc="-1" strike="noStrike">
                <a:solidFill>
                  <a:schemeClr val="dk1"/>
                </a:solidFill>
                <a:latin typeface="EB Garamond"/>
                <a:ea typeface="EB Garamond"/>
              </a:rPr>
              <a:t>Student Attendance System</a:t>
            </a:r>
            <a:endParaRPr b="0" lang="fr-FR" sz="3800" spc="-1" strike="noStrike">
              <a:solidFill>
                <a:schemeClr val="dk1"/>
              </a:solidFill>
              <a:latin typeface="Arial"/>
            </a:endParaRPr>
          </a:p>
        </p:txBody>
      </p:sp>
      <p:sp>
        <p:nvSpPr>
          <p:cNvPr id="111" name="PlaceHolder 2"/>
          <p:cNvSpPr>
            <a:spLocks noGrp="1"/>
          </p:cNvSpPr>
          <p:nvPr>
            <p:ph type="subTitle"/>
          </p:nvPr>
        </p:nvSpPr>
        <p:spPr>
          <a:xfrm>
            <a:off x="714240" y="4124160"/>
            <a:ext cx="3628800" cy="475920"/>
          </a:xfrm>
          <a:prstGeom prst="rect">
            <a:avLst/>
          </a:prstGeom>
          <a:noFill/>
          <a:ln w="0">
            <a:noFill/>
          </a:ln>
        </p:spPr>
        <p:txBody>
          <a:bodyPr lIns="91440" rIns="91440" tIns="91440" bIns="91440" anchor="t">
            <a:normAutofit fontScale="80688"/>
          </a:bodyPr>
          <a:p>
            <a:pPr indent="0">
              <a:lnSpc>
                <a:spcPct val="100000"/>
              </a:lnSpc>
              <a:buNone/>
              <a:tabLst>
                <a:tab algn="l" pos="0"/>
              </a:tabLst>
            </a:pPr>
            <a:r>
              <a:rPr b="0" lang="en" sz="1600" spc="-1" strike="noStrike">
                <a:solidFill>
                  <a:schemeClr val="dk1"/>
                </a:solidFill>
                <a:latin typeface="Cabin"/>
                <a:ea typeface="Cabin"/>
              </a:rPr>
              <a:t>A Python-based GUI Application for Efficient Management</a:t>
            </a:r>
            <a:endParaRPr b="0" lang="en-US" sz="1600" spc="-1" strike="noStrike">
              <a:solidFill>
                <a:srgbClr val="000000"/>
              </a:solidFill>
              <a:latin typeface="OpenSymbol"/>
            </a:endParaRPr>
          </a:p>
        </p:txBody>
      </p:sp>
      <p:pic>
        <p:nvPicPr>
          <p:cNvPr id="112" name="Google Shape;204;p34" descr=""/>
          <p:cNvPicPr/>
          <p:nvPr/>
        </p:nvPicPr>
        <p:blipFill>
          <a:blip r:embed="rId1"/>
          <a:srcRect l="25818" t="14286" r="28587" b="10473"/>
          <a:stretch/>
        </p:blipFill>
        <p:spPr>
          <a:xfrm>
            <a:off x="5438880" y="539280"/>
            <a:ext cx="3705120" cy="4075920"/>
          </a:xfrm>
          <a:prstGeom prst="rect">
            <a:avLst/>
          </a:prstGeom>
          <a:ln w="0">
            <a:noFill/>
          </a:ln>
        </p:spPr>
      </p:pic>
      <p:cxnSp>
        <p:nvCxnSpPr>
          <p:cNvPr id="113" name="Google Shape;205;p34"/>
          <p:cNvCxnSpPr/>
          <p:nvPr/>
        </p:nvCxnSpPr>
        <p:spPr>
          <a:xfrm>
            <a:off x="789120" y="4055040"/>
            <a:ext cx="3389400" cy="360"/>
          </a:xfrm>
          <a:prstGeom prst="straightConnector1">
            <a:avLst/>
          </a:prstGeom>
          <a:ln w="9525">
            <a:solidFill>
              <a:srgbClr val="294e4e"/>
            </a:solidFill>
            <a:round/>
          </a:ln>
        </p:spPr>
      </p:cxnSp>
      <p:sp>
        <p:nvSpPr>
          <p:cNvPr id="114" name="Google Shape;206;p34"/>
          <p:cNvSpPr/>
          <p:nvPr/>
        </p:nvSpPr>
        <p:spPr>
          <a:xfrm rot="2220000">
            <a:off x="409680" y="638280"/>
            <a:ext cx="2028600" cy="1085400"/>
          </a:xfrm>
          <a:prstGeom prst="rect">
            <a:avLst/>
          </a:prstGeom>
          <a:noFill/>
          <a:ln w="0">
            <a:noFill/>
          </a:ln>
        </p:spPr>
        <p:style>
          <a:lnRef idx="0"/>
          <a:fillRef idx="0"/>
          <a:effectRef idx="0"/>
          <a:fontRef idx="minor"/>
        </p:style>
        <p:txBody>
          <a:bodyPr lIns="870823080" rIns="870823080" tIns="542880" bIns="542880" anchor="t">
            <a:spAutoFit/>
          </a:bodyPr>
          <a:p>
            <a:pPr algn="ctr" defTabSz="914400">
              <a:lnSpc>
                <a:spcPct val="100000"/>
              </a:lnSpc>
              <a:tabLst>
                <a:tab algn="l" pos="0"/>
              </a:tabLst>
            </a:pPr>
            <a:endParaRPr b="0" lang="fr-FR" sz="1800" spc="-1" strike="noStrike">
              <a:solidFill>
                <a:schemeClr val="dk1"/>
              </a:solidFill>
              <a:latin typeface="Arial"/>
            </a:endParaRPr>
          </a:p>
        </p:txBody>
      </p:sp>
      <p:cxnSp>
        <p:nvCxnSpPr>
          <p:cNvPr id="115" name="Google Shape;207;p34"/>
          <p:cNvCxnSpPr/>
          <p:nvPr/>
        </p:nvCxnSpPr>
        <p:spPr>
          <a:xfrm flipH="1">
            <a:off x="4618800" y="539280"/>
            <a:ext cx="619560" cy="4076640"/>
          </a:xfrm>
          <a:prstGeom prst="straightConnector1">
            <a:avLst/>
          </a:prstGeom>
          <a:ln w="9525">
            <a:solidFill>
              <a:srgbClr val="294e4e"/>
            </a:solidFill>
            <a:round/>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p:nvPr>
        </p:nvSpPr>
        <p:spPr>
          <a:xfrm>
            <a:off x="723960" y="2143080"/>
            <a:ext cx="745776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This presentation covers the key components of the Student Attendance Management System, showcasing features, database structure, and user interface design.</a:t>
            </a:r>
            <a:endParaRPr b="0" lang="fr-FR" sz="1400" spc="-1" strike="noStrike">
              <a:solidFill>
                <a:srgbClr val="000000"/>
              </a:solidFill>
              <a:latin typeface="Arial"/>
            </a:endParaRPr>
          </a:p>
        </p:txBody>
      </p:sp>
      <p:sp>
        <p:nvSpPr>
          <p:cNvPr id="117" name="PlaceHolder 2"/>
          <p:cNvSpPr>
            <a:spLocks noGrp="1"/>
          </p:cNvSpPr>
          <p:nvPr>
            <p:ph type="title"/>
          </p:nvPr>
        </p:nvSpPr>
        <p:spPr>
          <a:xfrm>
            <a:off x="723960" y="771480"/>
            <a:ext cx="7457760" cy="11332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EB Garamond"/>
                <a:ea typeface="EB Garamond"/>
              </a:rPr>
              <a:t>Introduction</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18" name="Google Shape;239;p37"/>
          <p:cNvCxnSpPr/>
          <p:nvPr/>
        </p:nvCxnSpPr>
        <p:spPr>
          <a:xfrm flipV="1">
            <a:off x="3396240" y="-228960"/>
            <a:ext cx="1463400" cy="5460840"/>
          </a:xfrm>
          <a:prstGeom prst="straightConnector1">
            <a:avLst/>
          </a:prstGeom>
          <a:ln w="9525">
            <a:solidFill>
              <a:srgbClr val="f0ebe1"/>
            </a:solidFill>
            <a:round/>
          </a:ln>
        </p:spPr>
      </p:cxnSp>
      <p:sp>
        <p:nvSpPr>
          <p:cNvPr id="119" name="PlaceHolder 1"/>
          <p:cNvSpPr>
            <a:spLocks noGrp="1"/>
          </p:cNvSpPr>
          <p:nvPr>
            <p:ph type="title"/>
          </p:nvPr>
        </p:nvSpPr>
        <p:spPr>
          <a:xfrm>
            <a:off x="4619520" y="2448000"/>
            <a:ext cx="3809520" cy="837720"/>
          </a:xfrm>
          <a:prstGeom prst="rect">
            <a:avLst/>
          </a:prstGeom>
          <a:noFill/>
          <a:ln w="0">
            <a:noFill/>
          </a:ln>
        </p:spPr>
        <p:txBody>
          <a:bodyPr lIns="91440" rIns="91440" tIns="91440" bIns="91440" anchor="b">
            <a:normAutofit fontScale="91893"/>
          </a:bodyPr>
          <a:p>
            <a:pPr indent="0">
              <a:lnSpc>
                <a:spcPct val="100000"/>
              </a:lnSpc>
              <a:buNone/>
              <a:tabLst>
                <a:tab algn="l" pos="0"/>
              </a:tabLst>
            </a:pPr>
            <a:r>
              <a:rPr b="0" lang="en" sz="4800" spc="-1" strike="noStrike">
                <a:solidFill>
                  <a:schemeClr val="lt1"/>
                </a:solidFill>
                <a:latin typeface="EB Garamond"/>
                <a:ea typeface="EB Garamond"/>
              </a:rPr>
              <a:t>Features</a:t>
            </a:r>
            <a:endParaRPr b="0" lang="fr-FR" sz="4800" spc="-1" strike="noStrike">
              <a:solidFill>
                <a:schemeClr val="dk1"/>
              </a:solidFill>
              <a:latin typeface="Arial"/>
            </a:endParaRPr>
          </a:p>
        </p:txBody>
      </p:sp>
      <p:sp>
        <p:nvSpPr>
          <p:cNvPr id="120" name="PlaceHolder 2"/>
          <p:cNvSpPr>
            <a:spLocks noGrp="1"/>
          </p:cNvSpPr>
          <p:nvPr>
            <p:ph type="title"/>
          </p:nvPr>
        </p:nvSpPr>
        <p:spPr>
          <a:xfrm>
            <a:off x="4619520" y="1123920"/>
            <a:ext cx="1371240" cy="1171080"/>
          </a:xfrm>
          <a:prstGeom prst="rect">
            <a:avLst/>
          </a:prstGeom>
          <a:noFill/>
          <a:ln w="0">
            <a:noFill/>
          </a:ln>
        </p:spPr>
        <p:txBody>
          <a:bodyPr lIns="91440" rIns="91440" tIns="91440" bIns="91440" anchor="ctr">
            <a:normAutofit/>
          </a:bodyPr>
          <a:p>
            <a:pPr indent="0">
              <a:lnSpc>
                <a:spcPct val="100000"/>
              </a:lnSpc>
              <a:buNone/>
              <a:tabLst>
                <a:tab algn="l" pos="0"/>
              </a:tabLst>
            </a:pPr>
            <a:r>
              <a:rPr b="0" lang="en" sz="6000" spc="-1" strike="noStrike">
                <a:solidFill>
                  <a:schemeClr val="lt1"/>
                </a:solidFill>
                <a:latin typeface="EB Garamond"/>
                <a:ea typeface="EB Garamond"/>
              </a:rPr>
              <a:t>01</a:t>
            </a:r>
            <a:endParaRPr b="0" lang="fr-FR" sz="6000" spc="-1" strike="noStrike">
              <a:solidFill>
                <a:schemeClr val="dk1"/>
              </a:solidFill>
              <a:latin typeface="Arial"/>
            </a:endParaRPr>
          </a:p>
        </p:txBody>
      </p:sp>
      <p:sp>
        <p:nvSpPr>
          <p:cNvPr id="121" name="PlaceHolder 3"/>
          <p:cNvSpPr>
            <a:spLocks noGrp="1"/>
          </p:cNvSpPr>
          <p:nvPr>
            <p:ph type="subTitle"/>
          </p:nvPr>
        </p:nvSpPr>
        <p:spPr>
          <a:xfrm>
            <a:off x="4619520" y="3571920"/>
            <a:ext cx="3809520" cy="447480"/>
          </a:xfrm>
          <a:prstGeom prst="rect">
            <a:avLst/>
          </a:prstGeom>
          <a:noFill/>
          <a:ln w="0">
            <a:noFill/>
          </a:ln>
        </p:spPr>
        <p:txBody>
          <a:bodyPr lIns="91440" rIns="91440" tIns="91440" bIns="91440" anchor="t">
            <a:normAutofit/>
          </a:bodyPr>
          <a:p>
            <a:pPr indent="0" algn="ctr">
              <a:buNone/>
            </a:pPr>
            <a:endParaRPr b="0" lang="en-US" sz="1600" spc="-1" strike="noStrike">
              <a:solidFill>
                <a:schemeClr val="lt1"/>
              </a:solidFill>
              <a:latin typeface="Cabin"/>
              <a:ea typeface="Cabin"/>
            </a:endParaRPr>
          </a:p>
        </p:txBody>
      </p:sp>
      <p:pic>
        <p:nvPicPr>
          <p:cNvPr id="122" name="Google Shape;243;p37" descr=""/>
          <p:cNvPicPr/>
          <p:nvPr/>
        </p:nvPicPr>
        <p:blipFill>
          <a:blip r:embed="rId1"/>
          <a:srcRect l="0" t="25475" r="0" b="3278"/>
          <a:stretch/>
        </p:blipFill>
        <p:spPr>
          <a:xfrm>
            <a:off x="0" y="539280"/>
            <a:ext cx="3807000" cy="4064400"/>
          </a:xfrm>
          <a:prstGeom prst="rect">
            <a:avLst/>
          </a:prstGeom>
          <a:ln w="0">
            <a:noFill/>
          </a:ln>
        </p:spPr>
      </p:pic>
      <p:cxnSp>
        <p:nvCxnSpPr>
          <p:cNvPr id="123" name="Google Shape;244;p37"/>
          <p:cNvCxnSpPr/>
          <p:nvPr/>
        </p:nvCxnSpPr>
        <p:spPr>
          <a:xfrm>
            <a:off x="4722840" y="3430080"/>
            <a:ext cx="3672360" cy="360"/>
          </a:xfrm>
          <a:prstGeom prst="straightConnector1">
            <a:avLst/>
          </a:prstGeom>
          <a:ln w="9525">
            <a:solidFill>
              <a:srgbClr val="f0ebe1"/>
            </a:solidFill>
            <a:round/>
          </a:ln>
        </p:spPr>
      </p:cxnSp>
      <p:sp>
        <p:nvSpPr>
          <p:cNvPr id="124" name="Google Shape;245;p37"/>
          <p:cNvSpPr/>
          <p:nvPr/>
        </p:nvSpPr>
        <p:spPr>
          <a:xfrm rot="2220000">
            <a:off x="6705720" y="704880"/>
            <a:ext cx="2028600" cy="1085400"/>
          </a:xfrm>
          <a:prstGeom prst="rect">
            <a:avLst/>
          </a:prstGeom>
          <a:noFill/>
          <a:ln w="0">
            <a:noFill/>
          </a:ln>
        </p:spPr>
        <p:style>
          <a:lnRef idx="0"/>
          <a:fillRef idx="0"/>
          <a:effectRef idx="0"/>
          <a:fontRef idx="minor"/>
        </p:style>
        <p:txBody>
          <a:bodyPr lIns="870823080" rIns="870823080" tIns="542880" bIns="542880" anchor="t">
            <a:normAutofit/>
          </a:bodyPr>
          <a:p>
            <a:pPr algn="ctr" defTabSz="914400">
              <a:lnSpc>
                <a:spcPct val="100000"/>
              </a:lnSpc>
              <a:tabLst>
                <a:tab algn="l" pos="0"/>
              </a:tabLst>
            </a:pPr>
            <a:endParaRPr b="0" lang="fr-FR" sz="18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25" name="Google Shape;354;p45"/>
          <p:cNvCxnSpPr/>
          <p:nvPr/>
        </p:nvCxnSpPr>
        <p:spPr>
          <a:xfrm flipH="1">
            <a:off x="3746160" y="539280"/>
            <a:ext cx="619560" cy="4076640"/>
          </a:xfrm>
          <a:prstGeom prst="straightConnector1">
            <a:avLst/>
          </a:prstGeom>
          <a:ln w="9525">
            <a:solidFill>
              <a:srgbClr val="f0ebe1"/>
            </a:solidFill>
            <a:round/>
          </a:ln>
        </p:spPr>
      </p:cxnSp>
      <p:sp>
        <p:nvSpPr>
          <p:cNvPr id="126" name="PlaceHolder 1"/>
          <p:cNvSpPr>
            <a:spLocks noGrp="1"/>
          </p:cNvSpPr>
          <p:nvPr>
            <p:ph type="title"/>
          </p:nvPr>
        </p:nvSpPr>
        <p:spPr>
          <a:xfrm>
            <a:off x="4572000" y="2171880"/>
            <a:ext cx="3847680" cy="1199880"/>
          </a:xfrm>
          <a:prstGeom prst="rect">
            <a:avLst/>
          </a:prstGeom>
          <a:noFill/>
          <a:ln w="0">
            <a:noFill/>
          </a:ln>
        </p:spPr>
        <p:txBody>
          <a:bodyPr lIns="91440" rIns="91440" tIns="91440" bIns="91440" anchor="b">
            <a:normAutofit/>
          </a:bodyPr>
          <a:p>
            <a:pPr indent="0">
              <a:lnSpc>
                <a:spcPct val="100000"/>
              </a:lnSpc>
              <a:buNone/>
              <a:tabLst>
                <a:tab algn="l" pos="0"/>
              </a:tabLst>
            </a:pPr>
            <a:r>
              <a:rPr b="0" lang="en" sz="3200" spc="-1" strike="noStrike">
                <a:solidFill>
                  <a:schemeClr val="lt1"/>
                </a:solidFill>
                <a:latin typeface="EB Garamond"/>
                <a:ea typeface="EB Garamond"/>
              </a:rPr>
              <a:t>Faculty Management</a:t>
            </a:r>
            <a:endParaRPr b="0" lang="fr-FR" sz="3200" spc="-1" strike="noStrike">
              <a:solidFill>
                <a:schemeClr val="dk1"/>
              </a:solidFill>
              <a:latin typeface="Arial"/>
            </a:endParaRPr>
          </a:p>
        </p:txBody>
      </p:sp>
      <p:sp>
        <p:nvSpPr>
          <p:cNvPr id="127" name="PlaceHolder 2"/>
          <p:cNvSpPr>
            <a:spLocks noGrp="1"/>
          </p:cNvSpPr>
          <p:nvPr>
            <p:ph type="subTitle"/>
          </p:nvPr>
        </p:nvSpPr>
        <p:spPr>
          <a:xfrm>
            <a:off x="4572000" y="3676680"/>
            <a:ext cx="3847680" cy="923400"/>
          </a:xfrm>
          <a:prstGeom prst="rect">
            <a:avLst/>
          </a:prstGeom>
          <a:noFill/>
          <a:ln w="0">
            <a:noFill/>
          </a:ln>
        </p:spPr>
        <p:txBody>
          <a:bodyPr lIns="91440" rIns="91440" tIns="91440" bIns="91440" anchor="t">
            <a:normAutofit fontScale="87123" lnSpcReduction="20000"/>
          </a:bodyPr>
          <a:p>
            <a:pPr indent="0">
              <a:lnSpc>
                <a:spcPct val="100000"/>
              </a:lnSpc>
              <a:buNone/>
              <a:tabLst>
                <a:tab algn="l" pos="0"/>
              </a:tabLst>
            </a:pPr>
            <a:r>
              <a:rPr b="0" lang="en" sz="1400" spc="-1" strike="noStrike">
                <a:solidFill>
                  <a:schemeClr val="lt1"/>
                </a:solidFill>
                <a:latin typeface="Cabin"/>
                <a:ea typeface="Cabin"/>
              </a:rPr>
              <a:t>The Faculty Management feature allows users to add new faculty members, organize them by department, and manage secure login credentials and password resets. This streamlines faculty addition and ensures ease of access for authorized personnel.</a:t>
            </a:r>
            <a:endParaRPr b="0" lang="en-US" sz="1400" spc="-1" strike="noStrike">
              <a:solidFill>
                <a:srgbClr val="000000"/>
              </a:solidFill>
              <a:latin typeface="OpenSymbol"/>
            </a:endParaRPr>
          </a:p>
        </p:txBody>
      </p:sp>
      <p:pic>
        <p:nvPicPr>
          <p:cNvPr id="128" name="Google Shape;357;p45" descr=""/>
          <p:cNvPicPr/>
          <p:nvPr/>
        </p:nvPicPr>
        <p:blipFill>
          <a:blip r:embed="rId1"/>
          <a:srcRect l="0" t="210" r="0" b="210"/>
          <a:stretch/>
        </p:blipFill>
        <p:spPr>
          <a:xfrm>
            <a:off x="0" y="0"/>
            <a:ext cx="4131720" cy="5143320"/>
          </a:xfrm>
          <a:prstGeom prst="rect">
            <a:avLst/>
          </a:prstGeom>
          <a:ln w="0">
            <a:noFill/>
          </a:ln>
        </p:spPr>
      </p:pic>
      <p:cxnSp>
        <p:nvCxnSpPr>
          <p:cNvPr id="129" name="Google Shape;358;p45"/>
          <p:cNvCxnSpPr/>
          <p:nvPr/>
        </p:nvCxnSpPr>
        <p:spPr>
          <a:xfrm>
            <a:off x="4647960" y="3471480"/>
            <a:ext cx="3705840" cy="360"/>
          </a:xfrm>
          <a:prstGeom prst="straightConnector1">
            <a:avLst/>
          </a:prstGeom>
          <a:ln w="9525">
            <a:solidFill>
              <a:srgbClr val="f0ebe1"/>
            </a:solidFill>
            <a:round/>
          </a:ln>
        </p:spPr>
      </p:cxnSp>
      <p:sp>
        <p:nvSpPr>
          <p:cNvPr id="130" name="Google Shape;359;p45"/>
          <p:cNvSpPr/>
          <p:nvPr/>
        </p:nvSpPr>
        <p:spPr>
          <a:xfrm rot="19380000">
            <a:off x="6800400" y="704520"/>
            <a:ext cx="2028600" cy="1085400"/>
          </a:xfrm>
          <a:prstGeom prst="rect">
            <a:avLst/>
          </a:prstGeom>
          <a:noFill/>
          <a:ln w="0">
            <a:noFill/>
          </a:ln>
        </p:spPr>
        <p:style>
          <a:lnRef idx="0"/>
          <a:fillRef idx="0"/>
          <a:effectRef idx="0"/>
          <a:fontRef idx="minor"/>
        </p:style>
        <p:txBody>
          <a:bodyPr lIns="870823080" rIns="870823080" tIns="542880" bIns="542880" anchor="t">
            <a:spAutoFit/>
          </a:bodyPr>
          <a:p>
            <a:pPr algn="ctr" defTabSz="914400">
              <a:lnSpc>
                <a:spcPct val="100000"/>
              </a:lnSpc>
              <a:tabLst>
                <a:tab algn="l" pos="0"/>
              </a:tabLst>
            </a:pPr>
            <a:endParaRPr b="0" lang="fr-FR" sz="18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p:nvPr>
        </p:nvSpPr>
        <p:spPr>
          <a:xfrm>
            <a:off x="723960" y="2143080"/>
            <a:ext cx="745776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The Student Management module enables the addition of new students, complete with their USN, class assignments, and secure password systems. Automatic class integration enhances user experience by linking students directly to their classes upon registration.</a:t>
            </a:r>
            <a:endParaRPr b="0" lang="fr-FR" sz="1400" spc="-1" strike="noStrike">
              <a:solidFill>
                <a:srgbClr val="000000"/>
              </a:solidFill>
              <a:latin typeface="Arial"/>
            </a:endParaRPr>
          </a:p>
        </p:txBody>
      </p:sp>
      <p:sp>
        <p:nvSpPr>
          <p:cNvPr id="132" name="PlaceHolder 2"/>
          <p:cNvSpPr>
            <a:spLocks noGrp="1"/>
          </p:cNvSpPr>
          <p:nvPr>
            <p:ph type="title"/>
          </p:nvPr>
        </p:nvSpPr>
        <p:spPr>
          <a:xfrm>
            <a:off x="723960" y="771480"/>
            <a:ext cx="7457760" cy="11332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EB Garamond"/>
                <a:ea typeface="EB Garamond"/>
              </a:rPr>
              <a:t>Student Management</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p:nvPr>
        </p:nvSpPr>
        <p:spPr>
          <a:xfrm>
            <a:off x="723960" y="2143080"/>
            <a:ext cx="745776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The system implements robust security features such as password hashing using pbkdf2:sha256, input validation to prevent SQL injection, extensive error handling, and database security measures. User data is protected through strong encryption, ensuring that sensitive information remains confidential and secure from unauthorized access.</a:t>
            </a:r>
            <a:endParaRPr b="0" lang="fr-FR" sz="1400" spc="-1" strike="noStrike">
              <a:solidFill>
                <a:srgbClr val="000000"/>
              </a:solidFill>
              <a:latin typeface="Arial"/>
            </a:endParaRPr>
          </a:p>
        </p:txBody>
      </p:sp>
      <p:sp>
        <p:nvSpPr>
          <p:cNvPr id="134" name="PlaceHolder 2"/>
          <p:cNvSpPr>
            <a:spLocks noGrp="1"/>
          </p:cNvSpPr>
          <p:nvPr>
            <p:ph type="title"/>
          </p:nvPr>
        </p:nvSpPr>
        <p:spPr>
          <a:xfrm>
            <a:off x="723960" y="771480"/>
            <a:ext cx="7457760" cy="11332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EB Garamond"/>
                <a:ea typeface="EB Garamond"/>
              </a:rPr>
              <a:t>Security Features</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35" name="Google Shape;239;p37"/>
          <p:cNvCxnSpPr/>
          <p:nvPr/>
        </p:nvCxnSpPr>
        <p:spPr>
          <a:xfrm flipV="1">
            <a:off x="3396240" y="-228960"/>
            <a:ext cx="1463400" cy="5460840"/>
          </a:xfrm>
          <a:prstGeom prst="straightConnector1">
            <a:avLst/>
          </a:prstGeom>
          <a:ln w="9525">
            <a:solidFill>
              <a:srgbClr val="f0ebe1"/>
            </a:solidFill>
            <a:round/>
          </a:ln>
        </p:spPr>
      </p:cxnSp>
      <p:sp>
        <p:nvSpPr>
          <p:cNvPr id="136" name="PlaceHolder 1"/>
          <p:cNvSpPr>
            <a:spLocks noGrp="1"/>
          </p:cNvSpPr>
          <p:nvPr>
            <p:ph type="title"/>
          </p:nvPr>
        </p:nvSpPr>
        <p:spPr>
          <a:xfrm>
            <a:off x="4619520" y="2448000"/>
            <a:ext cx="3809520" cy="837720"/>
          </a:xfrm>
          <a:prstGeom prst="rect">
            <a:avLst/>
          </a:prstGeom>
          <a:noFill/>
          <a:ln w="0">
            <a:noFill/>
          </a:ln>
        </p:spPr>
        <p:txBody>
          <a:bodyPr lIns="91440" rIns="91440" tIns="91440" bIns="91440" anchor="b">
            <a:normAutofit fontScale="91893"/>
          </a:bodyPr>
          <a:p>
            <a:pPr indent="0">
              <a:lnSpc>
                <a:spcPct val="100000"/>
              </a:lnSpc>
              <a:buNone/>
              <a:tabLst>
                <a:tab algn="l" pos="0"/>
              </a:tabLst>
            </a:pPr>
            <a:r>
              <a:rPr b="0" lang="en" sz="4800" spc="-1" strike="noStrike">
                <a:solidFill>
                  <a:schemeClr val="lt1"/>
                </a:solidFill>
                <a:latin typeface="EB Garamond"/>
                <a:ea typeface="EB Garamond"/>
              </a:rPr>
              <a:t>Database</a:t>
            </a:r>
            <a:endParaRPr b="0" lang="fr-FR" sz="4800" spc="-1" strike="noStrike">
              <a:solidFill>
                <a:schemeClr val="dk1"/>
              </a:solidFill>
              <a:latin typeface="Arial"/>
            </a:endParaRPr>
          </a:p>
        </p:txBody>
      </p:sp>
      <p:sp>
        <p:nvSpPr>
          <p:cNvPr id="137" name="PlaceHolder 2"/>
          <p:cNvSpPr>
            <a:spLocks noGrp="1"/>
          </p:cNvSpPr>
          <p:nvPr>
            <p:ph type="title"/>
          </p:nvPr>
        </p:nvSpPr>
        <p:spPr>
          <a:xfrm>
            <a:off x="4619520" y="1123920"/>
            <a:ext cx="1371240" cy="1171080"/>
          </a:xfrm>
          <a:prstGeom prst="rect">
            <a:avLst/>
          </a:prstGeom>
          <a:noFill/>
          <a:ln w="0">
            <a:noFill/>
          </a:ln>
        </p:spPr>
        <p:txBody>
          <a:bodyPr lIns="91440" rIns="91440" tIns="91440" bIns="91440" anchor="ctr">
            <a:normAutofit/>
          </a:bodyPr>
          <a:p>
            <a:pPr indent="0">
              <a:lnSpc>
                <a:spcPct val="100000"/>
              </a:lnSpc>
              <a:buNone/>
              <a:tabLst>
                <a:tab algn="l" pos="0"/>
              </a:tabLst>
            </a:pPr>
            <a:r>
              <a:rPr b="0" lang="en" sz="6000" spc="-1" strike="noStrike">
                <a:solidFill>
                  <a:schemeClr val="lt1"/>
                </a:solidFill>
                <a:latin typeface="EB Garamond"/>
                <a:ea typeface="EB Garamond"/>
              </a:rPr>
              <a:t>02</a:t>
            </a:r>
            <a:endParaRPr b="0" lang="fr-FR" sz="6000" spc="-1" strike="noStrike">
              <a:solidFill>
                <a:schemeClr val="dk1"/>
              </a:solidFill>
              <a:latin typeface="Arial"/>
            </a:endParaRPr>
          </a:p>
        </p:txBody>
      </p:sp>
      <p:sp>
        <p:nvSpPr>
          <p:cNvPr id="138" name="PlaceHolder 3"/>
          <p:cNvSpPr>
            <a:spLocks noGrp="1"/>
          </p:cNvSpPr>
          <p:nvPr>
            <p:ph type="subTitle"/>
          </p:nvPr>
        </p:nvSpPr>
        <p:spPr>
          <a:xfrm>
            <a:off x="4619520" y="3571920"/>
            <a:ext cx="3809520" cy="447480"/>
          </a:xfrm>
          <a:prstGeom prst="rect">
            <a:avLst/>
          </a:prstGeom>
          <a:noFill/>
          <a:ln w="0">
            <a:noFill/>
          </a:ln>
        </p:spPr>
        <p:txBody>
          <a:bodyPr lIns="91440" rIns="91440" tIns="91440" bIns="91440" anchor="t">
            <a:normAutofit/>
          </a:bodyPr>
          <a:p>
            <a:pPr indent="0" algn="ctr">
              <a:buNone/>
            </a:pPr>
            <a:endParaRPr b="0" lang="en-US" sz="1600" spc="-1" strike="noStrike">
              <a:solidFill>
                <a:schemeClr val="lt1"/>
              </a:solidFill>
              <a:latin typeface="Cabin"/>
              <a:ea typeface="Cabin"/>
            </a:endParaRPr>
          </a:p>
        </p:txBody>
      </p:sp>
      <p:pic>
        <p:nvPicPr>
          <p:cNvPr id="139" name="Google Shape;243;p37" descr=""/>
          <p:cNvPicPr/>
          <p:nvPr/>
        </p:nvPicPr>
        <p:blipFill>
          <a:blip r:embed="rId1"/>
          <a:srcRect l="0" t="25475" r="0" b="3278"/>
          <a:stretch/>
        </p:blipFill>
        <p:spPr>
          <a:xfrm>
            <a:off x="0" y="539280"/>
            <a:ext cx="3807000" cy="4064400"/>
          </a:xfrm>
          <a:prstGeom prst="rect">
            <a:avLst/>
          </a:prstGeom>
          <a:ln w="0">
            <a:noFill/>
          </a:ln>
        </p:spPr>
      </p:pic>
      <p:cxnSp>
        <p:nvCxnSpPr>
          <p:cNvPr id="140" name="Google Shape;244;p37"/>
          <p:cNvCxnSpPr/>
          <p:nvPr/>
        </p:nvCxnSpPr>
        <p:spPr>
          <a:xfrm>
            <a:off x="4722840" y="3430080"/>
            <a:ext cx="3672360" cy="360"/>
          </a:xfrm>
          <a:prstGeom prst="straightConnector1">
            <a:avLst/>
          </a:prstGeom>
          <a:ln w="9525">
            <a:solidFill>
              <a:srgbClr val="f0ebe1"/>
            </a:solidFill>
            <a:round/>
          </a:ln>
        </p:spPr>
      </p:cxnSp>
      <p:sp>
        <p:nvSpPr>
          <p:cNvPr id="141" name="Google Shape;245;p37"/>
          <p:cNvSpPr/>
          <p:nvPr/>
        </p:nvSpPr>
        <p:spPr>
          <a:xfrm rot="2220000">
            <a:off x="6705720" y="704880"/>
            <a:ext cx="2028600" cy="1085400"/>
          </a:xfrm>
          <a:prstGeom prst="rect">
            <a:avLst/>
          </a:prstGeom>
          <a:noFill/>
          <a:ln w="0">
            <a:noFill/>
          </a:ln>
        </p:spPr>
        <p:style>
          <a:lnRef idx="0"/>
          <a:fillRef idx="0"/>
          <a:effectRef idx="0"/>
          <a:fontRef idx="minor"/>
        </p:style>
        <p:txBody>
          <a:bodyPr lIns="870823080" rIns="870823080" tIns="542880" bIns="542880" anchor="t">
            <a:normAutofit/>
          </a:bodyPr>
          <a:p>
            <a:pPr algn="ctr" defTabSz="914400">
              <a:lnSpc>
                <a:spcPct val="100000"/>
              </a:lnSpc>
              <a:tabLst>
                <a:tab algn="l" pos="0"/>
              </a:tabLst>
            </a:pPr>
            <a:endParaRPr b="0" lang="fr-FR" sz="18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p:nvPr>
        </p:nvSpPr>
        <p:spPr>
          <a:xfrm>
            <a:off x="723960" y="2143080"/>
            <a:ext cx="745776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The database consists of three core tables: 'faculty', 'student', and 'class &amp; subject'. The 'faculty' table contains information on faculty members, their credentials, and department assignments. The 'student' table stores student details alongside their unique USN and class assignments. The 'class &amp; subject' table manages organization of classes, subject details, and faculty-subject mapping. This structure ensures data integrity and facilitates easy retrieval of information.</a:t>
            </a:r>
            <a:endParaRPr b="0" lang="fr-FR" sz="1400" spc="-1" strike="noStrike">
              <a:solidFill>
                <a:srgbClr val="000000"/>
              </a:solidFill>
              <a:latin typeface="Arial"/>
            </a:endParaRPr>
          </a:p>
        </p:txBody>
      </p:sp>
      <p:sp>
        <p:nvSpPr>
          <p:cNvPr id="143" name="PlaceHolder 2"/>
          <p:cNvSpPr>
            <a:spLocks noGrp="1"/>
          </p:cNvSpPr>
          <p:nvPr>
            <p:ph type="title"/>
          </p:nvPr>
        </p:nvSpPr>
        <p:spPr>
          <a:xfrm>
            <a:off x="723960" y="771480"/>
            <a:ext cx="7457760" cy="11332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EB Garamond"/>
                <a:ea typeface="EB Garamond"/>
              </a:rPr>
              <a:t>Core Tables</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44" name="Google Shape;250;p38"/>
          <p:cNvCxnSpPr/>
          <p:nvPr/>
        </p:nvCxnSpPr>
        <p:spPr>
          <a:xfrm flipV="1">
            <a:off x="5371560" y="-197280"/>
            <a:ext cx="360" cy="4801680"/>
          </a:xfrm>
          <a:prstGeom prst="straightConnector1">
            <a:avLst/>
          </a:prstGeom>
          <a:ln w="9525">
            <a:solidFill>
              <a:srgbClr val="294e4e"/>
            </a:solidFill>
            <a:round/>
          </a:ln>
        </p:spPr>
      </p:cxnSp>
      <p:sp>
        <p:nvSpPr>
          <p:cNvPr id="145" name="PlaceHolder 1"/>
          <p:cNvSpPr>
            <a:spLocks noGrp="1"/>
          </p:cNvSpPr>
          <p:nvPr>
            <p:ph type="title"/>
          </p:nvPr>
        </p:nvSpPr>
        <p:spPr>
          <a:xfrm>
            <a:off x="723960" y="638280"/>
            <a:ext cx="4333680" cy="66636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EB Garamond"/>
                <a:ea typeface="EB Garamond"/>
              </a:rPr>
              <a:t>Queries</a:t>
            </a:r>
            <a:endParaRPr b="0" lang="fr-FR" sz="3000" spc="-1" strike="noStrike">
              <a:solidFill>
                <a:schemeClr val="dk1"/>
              </a:solidFill>
              <a:latin typeface="Arial"/>
            </a:endParaRPr>
          </a:p>
        </p:txBody>
      </p:sp>
      <p:sp>
        <p:nvSpPr>
          <p:cNvPr id="146" name="PlaceHolder 2"/>
          <p:cNvSpPr>
            <a:spLocks noGrp="1"/>
          </p:cNvSpPr>
          <p:nvPr>
            <p:ph type="subTitle"/>
          </p:nvPr>
        </p:nvSpPr>
        <p:spPr>
          <a:xfrm>
            <a:off x="714240" y="1486080"/>
            <a:ext cx="4333680" cy="1418760"/>
          </a:xfrm>
          <a:prstGeom prst="rect">
            <a:avLst/>
          </a:prstGeom>
          <a:noFill/>
          <a:ln w="0">
            <a:noFill/>
          </a:ln>
        </p:spPr>
        <p:txBody>
          <a:bodyPr lIns="91440" rIns="91440" tIns="91440" bIns="91440" anchor="t">
            <a:normAutofit fontScale="80696"/>
          </a:bodyPr>
          <a:p>
            <a:pPr indent="0">
              <a:lnSpc>
                <a:spcPct val="100000"/>
              </a:lnSpc>
              <a:spcAft>
                <a:spcPts val="1599"/>
              </a:spcAft>
              <a:buNone/>
              <a:tabLst>
                <a:tab algn="l" pos="0"/>
              </a:tabLst>
            </a:pPr>
            <a:r>
              <a:rPr b="0" lang="en" sz="1400" spc="-1" strike="noStrike">
                <a:solidFill>
                  <a:schemeClr val="dk1"/>
                </a:solidFill>
                <a:latin typeface="Cabin"/>
                <a:ea typeface="Cabin"/>
              </a:rPr>
              <a:t>The system utilizes efficient SQL queries for various operations, such as retrieving student lists for specific classes and fetching subjects associated with faculty members. Examples include: 1) Selecting students in a specific class, which joins 'student' and 'class' tables; 2) Identifying subjects tied to a class by joining the 'subject', 'class_subjects', and 'faculty' tables. This enables quick and reliable data access, supporting academic management tasks with accuracy.</a:t>
            </a:r>
            <a:endParaRPr b="0" lang="en-US" sz="1400" spc="-1" strike="noStrike">
              <a:solidFill>
                <a:srgbClr val="000000"/>
              </a:solidFill>
              <a:latin typeface="OpenSymbol"/>
            </a:endParaRPr>
          </a:p>
        </p:txBody>
      </p:sp>
      <p:sp>
        <p:nvSpPr>
          <p:cNvPr id="147" name="PlaceHolder 3"/>
          <p:cNvSpPr>
            <a:spLocks noGrp="1"/>
          </p:cNvSpPr>
          <p:nvPr>
            <p:ph type="subTitle"/>
          </p:nvPr>
        </p:nvSpPr>
        <p:spPr>
          <a:xfrm>
            <a:off x="714240" y="3086280"/>
            <a:ext cx="4333680" cy="1418760"/>
          </a:xfrm>
          <a:prstGeom prst="rect">
            <a:avLst/>
          </a:prstGeom>
          <a:noFill/>
          <a:ln w="0">
            <a:noFill/>
          </a:ln>
        </p:spPr>
        <p:txBody>
          <a:bodyPr lIns="91440" rIns="91440" tIns="91440" bIns="91440" anchor="t">
            <a:normAutofit fontScale="80696"/>
          </a:bodyPr>
          <a:p>
            <a:pPr indent="0">
              <a:lnSpc>
                <a:spcPct val="100000"/>
              </a:lnSpc>
              <a:spcAft>
                <a:spcPts val="1599"/>
              </a:spcAft>
              <a:buNone/>
              <a:tabLst>
                <a:tab algn="l" pos="0"/>
              </a:tabLst>
            </a:pPr>
            <a:r>
              <a:rPr b="0" lang="en" sz="1400" spc="-1" strike="noStrike">
                <a:solidFill>
                  <a:schemeClr val="dk1"/>
                </a:solidFill>
                <a:latin typeface="Cabin"/>
                <a:ea typeface="Cabin"/>
              </a:rPr>
              <a:t>The system utilizes efficient SQL queries for various operations, such as retrieving student lists for specific classes and fetching subjects associated with faculty members. Examples include: 1) Selecting students in a specific class, which joins 'student' and 'class' tables; 2) Identifying subjects tied to a class by joining the 'subject', 'class_subjects', and 'faculty' tables. This enables quick and reliable data access, supporting academic management tasks with accuracy.</a:t>
            </a:r>
            <a:endParaRPr b="0" lang="en-US" sz="1400" spc="-1" strike="noStrike">
              <a:solidFill>
                <a:srgbClr val="000000"/>
              </a:solidFill>
              <a:latin typeface="OpenSymbol"/>
            </a:endParaRPr>
          </a:p>
        </p:txBody>
      </p:sp>
      <p:pic>
        <p:nvPicPr>
          <p:cNvPr id="148" name="Google Shape;254;p38" descr=""/>
          <p:cNvPicPr/>
          <p:nvPr/>
        </p:nvPicPr>
        <p:blipFill>
          <a:blip r:embed="rId1"/>
          <a:srcRect l="226" t="0" r="217" b="0"/>
          <a:stretch/>
        </p:blipFill>
        <p:spPr>
          <a:xfrm>
            <a:off x="5707080" y="539280"/>
            <a:ext cx="3436560" cy="40644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p:nvPr>
        </p:nvSpPr>
        <p:spPr>
          <a:xfrm>
            <a:off x="723960" y="2143080"/>
            <a:ext cx="7457760" cy="22950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The system includes comprehensive error handling to manage common issues such as database connection failures, duplicate entries, invalid input data, missing required fields, and foreign key violations. Clear error messages are displayed to users, along with success notifications and input validation alerts, providing a user-friendly interface and improving overall experience by guiding users through corrections and confirmations.</a:t>
            </a:r>
            <a:endParaRPr b="0" lang="fr-FR" sz="1400" spc="-1" strike="noStrike">
              <a:solidFill>
                <a:srgbClr val="000000"/>
              </a:solidFill>
              <a:latin typeface="Arial"/>
            </a:endParaRPr>
          </a:p>
        </p:txBody>
      </p:sp>
      <p:sp>
        <p:nvSpPr>
          <p:cNvPr id="150" name="PlaceHolder 2"/>
          <p:cNvSpPr>
            <a:spLocks noGrp="1"/>
          </p:cNvSpPr>
          <p:nvPr>
            <p:ph type="title"/>
          </p:nvPr>
        </p:nvSpPr>
        <p:spPr>
          <a:xfrm>
            <a:off x="723960" y="771480"/>
            <a:ext cx="7457760" cy="113328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EB Garamond"/>
                <a:ea typeface="EB Garamond"/>
              </a:rPr>
              <a:t>Error Handling</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51" name="Google Shape;250;p38"/>
          <p:cNvCxnSpPr/>
          <p:nvPr/>
        </p:nvCxnSpPr>
        <p:spPr>
          <a:xfrm flipV="1">
            <a:off x="5371560" y="-197280"/>
            <a:ext cx="360" cy="4801680"/>
          </a:xfrm>
          <a:prstGeom prst="straightConnector1">
            <a:avLst/>
          </a:prstGeom>
          <a:ln w="9525">
            <a:solidFill>
              <a:srgbClr val="294e4e"/>
            </a:solidFill>
            <a:round/>
          </a:ln>
        </p:spPr>
      </p:cxnSp>
      <p:sp>
        <p:nvSpPr>
          <p:cNvPr id="152" name="PlaceHolder 1"/>
          <p:cNvSpPr>
            <a:spLocks noGrp="1"/>
          </p:cNvSpPr>
          <p:nvPr>
            <p:ph type="title"/>
          </p:nvPr>
        </p:nvSpPr>
        <p:spPr>
          <a:xfrm>
            <a:off x="723960" y="638280"/>
            <a:ext cx="4333680" cy="666360"/>
          </a:xfrm>
          <a:prstGeom prst="rect">
            <a:avLst/>
          </a:prstGeom>
          <a:noFill/>
          <a:ln w="0">
            <a:noFill/>
          </a:ln>
        </p:spPr>
        <p:txBody>
          <a:bodyPr lIns="91440" rIns="91440" tIns="91440" bIns="91440" anchor="b">
            <a:normAutofit/>
          </a:bodyPr>
          <a:p>
            <a:pPr indent="0">
              <a:lnSpc>
                <a:spcPct val="100000"/>
              </a:lnSpc>
              <a:buNone/>
              <a:tabLst>
                <a:tab algn="l" pos="0"/>
              </a:tabLst>
            </a:pPr>
            <a:r>
              <a:rPr b="0" lang="en" sz="3000" spc="-1" strike="noStrike">
                <a:solidFill>
                  <a:schemeClr val="dk1"/>
                </a:solidFill>
                <a:latin typeface="EB Garamond"/>
                <a:ea typeface="EB Garamond"/>
              </a:rPr>
              <a:t>Conclusions</a:t>
            </a:r>
            <a:endParaRPr b="0" lang="fr-FR" sz="3000" spc="-1" strike="noStrike">
              <a:solidFill>
                <a:schemeClr val="dk1"/>
              </a:solidFill>
              <a:latin typeface="Arial"/>
            </a:endParaRPr>
          </a:p>
        </p:txBody>
      </p:sp>
      <p:sp>
        <p:nvSpPr>
          <p:cNvPr id="153" name="PlaceHolder 2"/>
          <p:cNvSpPr>
            <a:spLocks noGrp="1"/>
          </p:cNvSpPr>
          <p:nvPr>
            <p:ph type="subTitle"/>
          </p:nvPr>
        </p:nvSpPr>
        <p:spPr>
          <a:xfrm>
            <a:off x="714240" y="1486080"/>
            <a:ext cx="4333680" cy="1418760"/>
          </a:xfrm>
          <a:prstGeom prst="rect">
            <a:avLst/>
          </a:prstGeom>
          <a:noFill/>
          <a:ln w="0">
            <a:noFill/>
          </a:ln>
        </p:spPr>
        <p:txBody>
          <a:bodyPr lIns="91440" rIns="91440" tIns="91440" bIns="91440" anchor="t">
            <a:normAutofit fontScale="87123" lnSpcReduction="10000"/>
          </a:bodyPr>
          <a:p>
            <a:pPr indent="0">
              <a:lnSpc>
                <a:spcPct val="100000"/>
              </a:lnSpc>
              <a:spcAft>
                <a:spcPts val="1599"/>
              </a:spcAft>
              <a:buNone/>
              <a:tabLst>
                <a:tab algn="l" pos="0"/>
              </a:tabLst>
            </a:pPr>
            <a:r>
              <a:rPr b="0" lang="en" sz="1400" spc="-1" strike="noStrike">
                <a:solidFill>
                  <a:schemeClr val="dk1"/>
                </a:solidFill>
                <a:latin typeface="Cabin"/>
                <a:ea typeface="Cabin"/>
              </a:rPr>
              <a:t>The Student Attendance Management System is a comprehensive solution designed to effectively manage student and faculty data while ensuring security and reliability. Key features enhance user experience and streamline administrative tasks, while a robust database structure supports efficient data management. Future enhancements can further improve functionality by adding attendance tracking and report generation capabilities.</a:t>
            </a:r>
            <a:endParaRPr b="0" lang="en-US" sz="1400" spc="-1" strike="noStrike">
              <a:solidFill>
                <a:srgbClr val="000000"/>
              </a:solidFill>
              <a:latin typeface="OpenSymbol"/>
            </a:endParaRPr>
          </a:p>
        </p:txBody>
      </p:sp>
      <p:sp>
        <p:nvSpPr>
          <p:cNvPr id="154" name="PlaceHolder 3"/>
          <p:cNvSpPr>
            <a:spLocks noGrp="1"/>
          </p:cNvSpPr>
          <p:nvPr>
            <p:ph type="subTitle"/>
          </p:nvPr>
        </p:nvSpPr>
        <p:spPr>
          <a:xfrm>
            <a:off x="714240" y="3086280"/>
            <a:ext cx="4333680" cy="1418760"/>
          </a:xfrm>
          <a:prstGeom prst="rect">
            <a:avLst/>
          </a:prstGeom>
          <a:noFill/>
          <a:ln w="0">
            <a:noFill/>
          </a:ln>
        </p:spPr>
        <p:txBody>
          <a:bodyPr lIns="91440" rIns="91440" tIns="91440" bIns="91440" anchor="t">
            <a:normAutofit fontScale="87123" lnSpcReduction="10000"/>
          </a:bodyPr>
          <a:p>
            <a:pPr indent="0">
              <a:lnSpc>
                <a:spcPct val="100000"/>
              </a:lnSpc>
              <a:spcAft>
                <a:spcPts val="1599"/>
              </a:spcAft>
              <a:buNone/>
              <a:tabLst>
                <a:tab algn="l" pos="0"/>
              </a:tabLst>
            </a:pPr>
            <a:r>
              <a:rPr b="0" lang="en" sz="1400" spc="-1" strike="noStrike">
                <a:solidFill>
                  <a:schemeClr val="dk1"/>
                </a:solidFill>
                <a:latin typeface="Cabin"/>
                <a:ea typeface="Cabin"/>
              </a:rPr>
              <a:t>The Student Attendance Management System is a comprehensive solution designed to effectively manage student and faculty data while ensuring security and reliability. Key features enhance user experience and streamline administrative tasks, while a robust database structure supports efficient data management. Future enhancements can further improve functionality by adding attendance tracking and report generation capabilities.</a:t>
            </a:r>
            <a:endParaRPr b="0" lang="en-US" sz="1400" spc="-1" strike="noStrike">
              <a:solidFill>
                <a:srgbClr val="000000"/>
              </a:solidFill>
              <a:latin typeface="OpenSymbol"/>
            </a:endParaRPr>
          </a:p>
        </p:txBody>
      </p:sp>
      <p:pic>
        <p:nvPicPr>
          <p:cNvPr id="155" name="Google Shape;254;p38" descr=""/>
          <p:cNvPicPr/>
          <p:nvPr/>
        </p:nvPicPr>
        <p:blipFill>
          <a:blip r:embed="rId1"/>
          <a:srcRect l="226" t="0" r="217" b="0"/>
          <a:stretch/>
        </p:blipFill>
        <p:spPr>
          <a:xfrm>
            <a:off x="5707080" y="539280"/>
            <a:ext cx="3436560" cy="40644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Google Shape;774;p63"/>
          <p:cNvSpPr/>
          <p:nvPr/>
        </p:nvSpPr>
        <p:spPr>
          <a:xfrm rot="2220000">
            <a:off x="771480" y="2809800"/>
            <a:ext cx="885600" cy="475920"/>
          </a:xfrm>
          <a:prstGeom prst="rect">
            <a:avLst/>
          </a:prstGeom>
          <a:noFill/>
          <a:ln w="0">
            <a:noFill/>
          </a:ln>
        </p:spPr>
        <p:style>
          <a:lnRef idx="0"/>
          <a:fillRef idx="0"/>
          <a:effectRef idx="0"/>
          <a:fontRef idx="minor"/>
        </p:style>
        <p:txBody>
          <a:bodyPr lIns="870823080" rIns="870823080" tIns="237960" bIns="237960" anchor="t">
            <a:normAutofit/>
          </a:bodyPr>
          <a:p>
            <a:pPr algn="ctr" defTabSz="914400">
              <a:lnSpc>
                <a:spcPct val="100000"/>
              </a:lnSpc>
              <a:tabLst>
                <a:tab algn="l" pos="0"/>
              </a:tabLst>
            </a:pPr>
            <a:endParaRPr b="0" lang="fr-FR" sz="1800" spc="-1" strike="noStrike">
              <a:solidFill>
                <a:schemeClr val="dk1"/>
              </a:solidFill>
              <a:latin typeface="Arial"/>
            </a:endParaRPr>
          </a:p>
        </p:txBody>
      </p:sp>
      <p:sp>
        <p:nvSpPr>
          <p:cNvPr id="157" name="Google Shape;775;p63"/>
          <p:cNvSpPr/>
          <p:nvPr/>
        </p:nvSpPr>
        <p:spPr>
          <a:xfrm rot="2220000">
            <a:off x="1495440" y="2809800"/>
            <a:ext cx="885600" cy="475920"/>
          </a:xfrm>
          <a:prstGeom prst="rect">
            <a:avLst/>
          </a:prstGeom>
          <a:noFill/>
          <a:ln w="0">
            <a:noFill/>
          </a:ln>
        </p:spPr>
        <p:style>
          <a:lnRef idx="0"/>
          <a:fillRef idx="0"/>
          <a:effectRef idx="0"/>
          <a:fontRef idx="minor"/>
        </p:style>
        <p:txBody>
          <a:bodyPr lIns="870823080" rIns="870823080" tIns="237960" bIns="237960" anchor="t">
            <a:normAutofit/>
          </a:bodyPr>
          <a:p>
            <a:pPr algn="ctr" defTabSz="914400">
              <a:lnSpc>
                <a:spcPct val="100000"/>
              </a:lnSpc>
              <a:tabLst>
                <a:tab algn="l" pos="0"/>
              </a:tabLst>
            </a:pPr>
            <a:endParaRPr b="0" lang="fr-FR" sz="1800" spc="-1" strike="noStrike">
              <a:solidFill>
                <a:schemeClr val="dk1"/>
              </a:solidFill>
              <a:latin typeface="Arial"/>
            </a:endParaRPr>
          </a:p>
        </p:txBody>
      </p:sp>
      <p:sp>
        <p:nvSpPr>
          <p:cNvPr id="158" name="Google Shape;776;p63"/>
          <p:cNvSpPr/>
          <p:nvPr/>
        </p:nvSpPr>
        <p:spPr>
          <a:xfrm rot="2220000">
            <a:off x="2562120" y="-275760"/>
            <a:ext cx="2028600" cy="1085400"/>
          </a:xfrm>
          <a:prstGeom prst="rect">
            <a:avLst/>
          </a:prstGeom>
          <a:noFill/>
          <a:ln w="0">
            <a:noFill/>
          </a:ln>
        </p:spPr>
        <p:style>
          <a:lnRef idx="0"/>
          <a:fillRef idx="0"/>
          <a:effectRef idx="0"/>
          <a:fontRef idx="minor"/>
        </p:style>
        <p:txBody>
          <a:bodyPr lIns="870823080" rIns="870823080" tIns="542880" bIns="542880" anchor="t">
            <a:normAutofit/>
          </a:bodyPr>
          <a:p>
            <a:pPr algn="ctr" defTabSz="914400">
              <a:lnSpc>
                <a:spcPct val="100000"/>
              </a:lnSpc>
              <a:tabLst>
                <a:tab algn="l" pos="0"/>
              </a:tabLst>
            </a:pPr>
            <a:endParaRPr b="0" lang="fr-FR" sz="1800" spc="-1" strike="noStrike">
              <a:solidFill>
                <a:schemeClr val="dk1"/>
              </a:solidFill>
              <a:latin typeface="Arial"/>
            </a:endParaRPr>
          </a:p>
        </p:txBody>
      </p:sp>
      <p:sp>
        <p:nvSpPr>
          <p:cNvPr id="159" name="Google Shape;777;p63"/>
          <p:cNvSpPr/>
          <p:nvPr/>
        </p:nvSpPr>
        <p:spPr>
          <a:xfrm rot="2220000">
            <a:off x="2228760" y="2809800"/>
            <a:ext cx="885600" cy="475920"/>
          </a:xfrm>
          <a:prstGeom prst="rect">
            <a:avLst/>
          </a:prstGeom>
          <a:noFill/>
          <a:ln w="0">
            <a:noFill/>
          </a:ln>
        </p:spPr>
        <p:style>
          <a:lnRef idx="0"/>
          <a:fillRef idx="0"/>
          <a:effectRef idx="0"/>
          <a:fontRef idx="minor"/>
        </p:style>
        <p:txBody>
          <a:bodyPr lIns="870823080" rIns="870823080" tIns="237960" bIns="237960" anchor="t">
            <a:normAutofit/>
          </a:bodyPr>
          <a:p>
            <a:pPr algn="ctr" defTabSz="914400">
              <a:lnSpc>
                <a:spcPct val="100000"/>
              </a:lnSpc>
              <a:tabLst>
                <a:tab algn="l" pos="0"/>
              </a:tabLst>
            </a:pPr>
            <a:endParaRPr b="0" lang="fr-FR" sz="1800" spc="-1" strike="noStrike">
              <a:solidFill>
                <a:schemeClr val="dk1"/>
              </a:solidFill>
              <a:latin typeface="Arial"/>
            </a:endParaRPr>
          </a:p>
        </p:txBody>
      </p:sp>
      <p:sp>
        <p:nvSpPr>
          <p:cNvPr id="160" name="PlaceHolder 1"/>
          <p:cNvSpPr>
            <a:spLocks noGrp="1"/>
          </p:cNvSpPr>
          <p:nvPr>
            <p:ph type="title"/>
          </p:nvPr>
        </p:nvSpPr>
        <p:spPr>
          <a:xfrm>
            <a:off x="714240" y="542880"/>
            <a:ext cx="2999880" cy="875880"/>
          </a:xfrm>
          <a:prstGeom prst="rect">
            <a:avLst/>
          </a:prstGeom>
          <a:noFill/>
          <a:ln w="0">
            <a:noFill/>
          </a:ln>
        </p:spPr>
        <p:txBody>
          <a:bodyPr lIns="91440" rIns="91440" tIns="91440" bIns="91440" anchor="b">
            <a:normAutofit fontScale="91994"/>
          </a:bodyPr>
          <a:p>
            <a:pPr indent="0">
              <a:lnSpc>
                <a:spcPct val="100000"/>
              </a:lnSpc>
              <a:buNone/>
              <a:tabLst>
                <a:tab algn="l" pos="0"/>
              </a:tabLst>
            </a:pPr>
            <a:r>
              <a:rPr b="0" lang="en" sz="5000" spc="-1" strike="noStrike">
                <a:solidFill>
                  <a:schemeClr val="lt1"/>
                </a:solidFill>
                <a:latin typeface="EB Garamond"/>
                <a:ea typeface="EB Garamond"/>
              </a:rPr>
              <a:t>Thank you!</a:t>
            </a:r>
            <a:endParaRPr b="0" lang="fr-FR" sz="5000" spc="-1" strike="noStrike">
              <a:solidFill>
                <a:schemeClr val="dk1"/>
              </a:solidFill>
              <a:latin typeface="Arial"/>
            </a:endParaRPr>
          </a:p>
        </p:txBody>
      </p:sp>
      <p:sp>
        <p:nvSpPr>
          <p:cNvPr id="161" name="PlaceHolder 2"/>
          <p:cNvSpPr>
            <a:spLocks noGrp="1"/>
          </p:cNvSpPr>
          <p:nvPr>
            <p:ph type="subTitle"/>
          </p:nvPr>
        </p:nvSpPr>
        <p:spPr>
          <a:xfrm>
            <a:off x="714240" y="1257480"/>
            <a:ext cx="2999880" cy="1333080"/>
          </a:xfrm>
          <a:prstGeom prst="rect">
            <a:avLst/>
          </a:prstGeom>
          <a:noFill/>
          <a:ln w="0">
            <a:noFill/>
          </a:ln>
        </p:spPr>
        <p:txBody>
          <a:bodyPr lIns="91440" rIns="91440" tIns="91440" bIns="91440" anchor="t">
            <a:normAutofit/>
          </a:bodyPr>
          <a:p>
            <a:pPr indent="0">
              <a:lnSpc>
                <a:spcPct val="100000"/>
              </a:lnSpc>
              <a:buNone/>
              <a:tabLst>
                <a:tab algn="l" pos="0"/>
              </a:tabLst>
            </a:pPr>
            <a:r>
              <a:rPr b="1" lang="en" sz="1400" spc="-1" strike="noStrike">
                <a:solidFill>
                  <a:schemeClr val="lt1"/>
                </a:solidFill>
                <a:latin typeface="Cabin"/>
                <a:ea typeface="Cabin"/>
              </a:rPr>
              <a:t>Do you have any questions?</a:t>
            </a:r>
            <a:endParaRPr b="0" lang="en-US" sz="1400" spc="-1" strike="noStrike">
              <a:solidFill>
                <a:srgbClr val="000000"/>
              </a:solidFill>
              <a:latin typeface="OpenSymbol"/>
            </a:endParaRPr>
          </a:p>
        </p:txBody>
      </p:sp>
      <p:sp>
        <p:nvSpPr>
          <p:cNvPr id="162" name="Google Shape;780;p63"/>
          <p:cNvSpPr/>
          <p:nvPr/>
        </p:nvSpPr>
        <p:spPr>
          <a:xfrm>
            <a:off x="714240" y="4172040"/>
            <a:ext cx="2999880" cy="13324680"/>
          </a:xfrm>
          <a:prstGeom prst="rect">
            <a:avLst/>
          </a:prstGeom>
          <a:noFill/>
          <a:ln w="0">
            <a:noFill/>
          </a:ln>
        </p:spPr>
        <p:style>
          <a:lnRef idx="0"/>
          <a:fillRef idx="0"/>
          <a:effectRef idx="0"/>
          <a:fontRef idx="minor"/>
        </p:style>
        <p:txBody>
          <a:bodyPr lIns="870823080" rIns="870823080" tIns="3331440" bIns="3331440" anchor="t">
            <a:spAutoFit/>
          </a:bodyPr>
          <a:p>
            <a:pPr defTabSz="914400">
              <a:lnSpc>
                <a:spcPct val="115000"/>
              </a:lnSpc>
              <a:spcBef>
                <a:spcPts val="300"/>
              </a:spcBef>
              <a:tabLst>
                <a:tab algn="l" pos="0"/>
              </a:tabLst>
            </a:pPr>
            <a:r>
              <a:rPr b="0" lang="en" sz="1000" spc="-1" strike="noStrike">
                <a:solidFill>
                  <a:schemeClr val="dk1"/>
                </a:solidFill>
                <a:latin typeface="Arial"/>
              </a:rPr>
              <a:t>Please keep this slide for attribution</a:t>
            </a:r>
            <a:endParaRPr b="0" lang="en-US" sz="1000" spc="-1" strike="noStrike">
              <a:solidFill>
                <a:srgbClr val="000000"/>
              </a:solidFill>
              <a:latin typeface="OpenSymbol"/>
            </a:endParaRPr>
          </a:p>
        </p:txBody>
      </p:sp>
      <p:sp>
        <p:nvSpPr>
          <p:cNvPr id="163" name="Google Shape;781;p63"/>
          <p:cNvSpPr/>
          <p:nvPr/>
        </p:nvSpPr>
        <p:spPr>
          <a:xfrm>
            <a:off x="1036080" y="2871720"/>
            <a:ext cx="345240" cy="345600"/>
          </a:xfrm>
          <a:custGeom>
            <a:avLst/>
            <a:gdLst>
              <a:gd name="textAreaLeft" fmla="*/ 0 w 345240"/>
              <a:gd name="textAreaRight" fmla="*/ 345600 w 345240"/>
              <a:gd name="textAreaTop" fmla="*/ 0 h 345600"/>
              <a:gd name="textAreaBottom" fmla="*/ 345960 h 345600"/>
            </a:gdLst>
            <a:ah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nvGrpSpPr>
          <p:cNvPr id="164" name="Google Shape;782;p63"/>
          <p:cNvGrpSpPr/>
          <p:nvPr/>
        </p:nvGrpSpPr>
        <p:grpSpPr>
          <a:xfrm>
            <a:off x="1768680" y="2871720"/>
            <a:ext cx="345600" cy="345240"/>
            <a:chOff x="1768680" y="2871720"/>
            <a:chExt cx="345600" cy="345240"/>
          </a:xfrm>
        </p:grpSpPr>
        <p:sp>
          <p:nvSpPr>
            <p:cNvPr id="165" name="Google Shape;783;p63"/>
            <p:cNvSpPr/>
            <p:nvPr/>
          </p:nvSpPr>
          <p:spPr>
            <a:xfrm>
              <a:off x="1768680" y="2871720"/>
              <a:ext cx="345600" cy="345240"/>
            </a:xfrm>
            <a:custGeom>
              <a:avLst/>
              <a:gdLst>
                <a:gd name="textAreaLeft" fmla="*/ 0 w 345600"/>
                <a:gd name="textAreaRight" fmla="*/ 345960 w 345600"/>
                <a:gd name="textAreaTop" fmla="*/ 0 h 345240"/>
                <a:gd name="textAreaBottom" fmla="*/ 345600 h 345240"/>
              </a:gdLst>
              <a:ah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6" name="Google Shape;784;p63"/>
            <p:cNvSpPr/>
            <p:nvPr/>
          </p:nvSpPr>
          <p:spPr>
            <a:xfrm>
              <a:off x="1833480" y="2936880"/>
              <a:ext cx="214920" cy="214920"/>
            </a:xfrm>
            <a:custGeom>
              <a:avLst/>
              <a:gdLst>
                <a:gd name="textAreaLeft" fmla="*/ 0 w 214920"/>
                <a:gd name="textAreaRight" fmla="*/ 215280 w 214920"/>
                <a:gd name="textAreaTop" fmla="*/ 0 h 214920"/>
                <a:gd name="textAreaBottom" fmla="*/ 215280 h 21492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7" name="Google Shape;785;p63"/>
            <p:cNvSpPr/>
            <p:nvPr/>
          </p:nvSpPr>
          <p:spPr>
            <a:xfrm>
              <a:off x="1883520" y="2988000"/>
              <a:ext cx="114480" cy="112320"/>
            </a:xfrm>
            <a:custGeom>
              <a:avLst/>
              <a:gdLst>
                <a:gd name="textAreaLeft" fmla="*/ 0 w 114480"/>
                <a:gd name="textAreaRight" fmla="*/ 114840 w 114480"/>
                <a:gd name="textAreaTop" fmla="*/ 0 h 112320"/>
                <a:gd name="textAreaBottom" fmla="*/ 112680 h 11232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8" name="Google Shape;786;p63"/>
            <p:cNvSpPr/>
            <p:nvPr/>
          </p:nvSpPr>
          <p:spPr>
            <a:xfrm>
              <a:off x="1984680" y="2964600"/>
              <a:ext cx="29160" cy="28800"/>
            </a:xfrm>
            <a:custGeom>
              <a:avLst/>
              <a:gdLst>
                <a:gd name="textAreaLeft" fmla="*/ 0 w 29160"/>
                <a:gd name="textAreaRight" fmla="*/ 29520 w 29160"/>
                <a:gd name="textAreaTop" fmla="*/ 0 h 28800"/>
                <a:gd name="textAreaBottom" fmla="*/ 29160 h 2880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69" name="Google Shape;787;p63"/>
          <p:cNvGrpSpPr/>
          <p:nvPr/>
        </p:nvGrpSpPr>
        <p:grpSpPr>
          <a:xfrm>
            <a:off x="2506680" y="2871720"/>
            <a:ext cx="345600" cy="345240"/>
            <a:chOff x="2506680" y="2871720"/>
            <a:chExt cx="345600" cy="345240"/>
          </a:xfrm>
        </p:grpSpPr>
        <p:sp>
          <p:nvSpPr>
            <p:cNvPr id="170" name="Google Shape;788;p63"/>
            <p:cNvSpPr/>
            <p:nvPr/>
          </p:nvSpPr>
          <p:spPr>
            <a:xfrm>
              <a:off x="2506680" y="2871720"/>
              <a:ext cx="345600" cy="345240"/>
            </a:xfrm>
            <a:custGeom>
              <a:avLst/>
              <a:gdLst>
                <a:gd name="textAreaLeft" fmla="*/ 0 w 345600"/>
                <a:gd name="textAreaRight" fmla="*/ 345960 w 345600"/>
                <a:gd name="textAreaTop" fmla="*/ 0 h 345240"/>
                <a:gd name="textAreaBottom" fmla="*/ 345600 h 34524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1" name="Google Shape;789;p63"/>
            <p:cNvSpPr/>
            <p:nvPr/>
          </p:nvSpPr>
          <p:spPr>
            <a:xfrm>
              <a:off x="2586240" y="3010320"/>
              <a:ext cx="47520" cy="120240"/>
            </a:xfrm>
            <a:custGeom>
              <a:avLst/>
              <a:gdLst>
                <a:gd name="textAreaLeft" fmla="*/ 0 w 47520"/>
                <a:gd name="textAreaRight" fmla="*/ 47880 w 47520"/>
                <a:gd name="textAreaTop" fmla="*/ 0 h 120240"/>
                <a:gd name="textAreaBottom" fmla="*/ 120600 h 12024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2" name="Google Shape;790;p63"/>
            <p:cNvSpPr/>
            <p:nvPr/>
          </p:nvSpPr>
          <p:spPr>
            <a:xfrm>
              <a:off x="2579040" y="2944440"/>
              <a:ext cx="54720" cy="54720"/>
            </a:xfrm>
            <a:custGeom>
              <a:avLst/>
              <a:gdLst>
                <a:gd name="textAreaLeft" fmla="*/ 0 w 54720"/>
                <a:gd name="textAreaRight" fmla="*/ 55080 w 54720"/>
                <a:gd name="textAreaTop" fmla="*/ 0 h 54720"/>
                <a:gd name="textAreaBottom" fmla="*/ 55080 h 5472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3" name="Google Shape;791;p63"/>
            <p:cNvSpPr/>
            <p:nvPr/>
          </p:nvSpPr>
          <p:spPr>
            <a:xfrm>
              <a:off x="2658960" y="3010320"/>
              <a:ext cx="127800" cy="120240"/>
            </a:xfrm>
            <a:custGeom>
              <a:avLst/>
              <a:gdLst>
                <a:gd name="textAreaLeft" fmla="*/ 0 w 127800"/>
                <a:gd name="textAreaRight" fmla="*/ 128160 w 127800"/>
                <a:gd name="textAreaTop" fmla="*/ 0 h 120240"/>
                <a:gd name="textAreaBottom" fmla="*/ 120600 h 12024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pc="-1" strike="noStrike">
                <a:solidFill>
                  <a:srgbClr val="000000"/>
                </a:solidFill>
                <a:latin typeface="OpenSymbol"/>
              </a:endParaRPr>
            </a:p>
          </p:txBody>
        </p:sp>
      </p:grpSp>
      <p:pic>
        <p:nvPicPr>
          <p:cNvPr id="174" name="Google Shape;792;p63" descr=""/>
          <p:cNvPicPr/>
          <p:nvPr/>
        </p:nvPicPr>
        <p:blipFill>
          <a:blip r:embed="rId1"/>
          <a:srcRect l="19187" t="0" r="5750" b="0"/>
          <a:stretch/>
        </p:blipFill>
        <p:spPr>
          <a:xfrm>
            <a:off x="4572000" y="539280"/>
            <a:ext cx="4571640" cy="4064400"/>
          </a:xfrm>
          <a:prstGeom prst="rect">
            <a:avLst/>
          </a:prstGeom>
          <a:ln w="0">
            <a:noFill/>
          </a:ln>
        </p:spPr>
      </p:pic>
      <p:cxnSp>
        <p:nvCxnSpPr>
          <p:cNvPr id="175" name="Google Shape;793;p63"/>
          <p:cNvCxnSpPr/>
          <p:nvPr/>
        </p:nvCxnSpPr>
        <p:spPr>
          <a:xfrm flipV="1">
            <a:off x="4212360" y="1643040"/>
            <a:ext cx="360" cy="4801680"/>
          </a:xfrm>
          <a:prstGeom prst="straightConnector1">
            <a:avLst/>
          </a:prstGeom>
          <a:ln w="9525">
            <a:solidFill>
              <a:srgbClr val="f0ebe1"/>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2025-03-03T09:44:24Z</dcterms:created>
  <dc:creator>Unknown Creator</dc:creator>
  <dc:description/>
  <dc:language>en-US</dc:language>
  <cp:lastModifiedBy>Unknown Creator</cp:lastModifiedBy>
  <dcterms:modified xsi:type="dcterms:W3CDTF">2025-03-03T09:44:24Z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